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0"/>
  </p:notesMasterIdLst>
  <p:sldIdLst>
    <p:sldId id="412" r:id="rId5"/>
    <p:sldId id="260" r:id="rId6"/>
    <p:sldId id="410" r:id="rId7"/>
    <p:sldId id="413" r:id="rId8"/>
    <p:sldId id="399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Punt 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Perfils d’usuari a l’aplicació QUEMENGES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2</a:t>
            </a:fld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5697701" y="2225650"/>
            <a:ext cx="5586000" cy="42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ca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r>
              <a:rPr lang="ca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És el consumidor. Consulta plats o cuiners, realitza i gestiona comandes. Ha de pagar des de l’aplicació QueMenges.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ca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Cuiner</a:t>
            </a:r>
            <a:r>
              <a:rPr lang="ca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Ell prepara i ven el producte. Rep una valoració dels clients i gestiona la seva disponibilitat. Cobra segons el preu dels plats que prepara.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ca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Repartidor</a:t>
            </a:r>
            <a:r>
              <a:rPr lang="ca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S’encarrega de transportar les comandes dels clients, sempre compartint la seva ubicació en temps real. Cobra segons la distància entre el cuiner i el client. Pot ser el propi cuiner.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ca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 no registrat</a:t>
            </a:r>
            <a:r>
              <a:rPr lang="ca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Únicament pot consultar els diferents menús disponibles en aquell moment.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ca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 general</a:t>
            </a:r>
            <a:r>
              <a:rPr lang="ca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 contrari que l’usuari no registrat, aquest sí que pot efectuar comandes i afegir o treure rols associats al seu compte.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200" y="3267177"/>
            <a:ext cx="3086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2024" y="4501171"/>
            <a:ext cx="1970450" cy="9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Casos d’Ús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AE902F-7416-EF84-CCF3-82F11BFF5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118" y="2230015"/>
            <a:ext cx="6611028" cy="43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3A2C71-E47B-664D-EFE5-9EA7D291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FE3BDA-63AB-9A44-AE46-0493D81D7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7" y="0"/>
            <a:ext cx="10360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7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Punt 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Props1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7782</TotalTime>
  <Words>167</Words>
  <Application>Microsoft Office PowerPoint</Application>
  <PresentationFormat>Panorámica</PresentationFormat>
  <Paragraphs>18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Neue Haas Grotesk Text Pro</vt:lpstr>
      <vt:lpstr>AccentBoxVTI</vt:lpstr>
      <vt:lpstr>Enginyeria del Software</vt:lpstr>
      <vt:lpstr>Perfils d’usuari a l’aplicació QUEMENGES</vt:lpstr>
      <vt:lpstr>Diagrama Casos d’Ús</vt:lpstr>
      <vt:lpstr>Presentación de PowerPoint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Martí Pagès Sánchez</cp:lastModifiedBy>
  <cp:revision>37</cp:revision>
  <dcterms:created xsi:type="dcterms:W3CDTF">2023-02-10T08:32:17Z</dcterms:created>
  <dcterms:modified xsi:type="dcterms:W3CDTF">2026-06-11T09:33:16Z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