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331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7C2DC2-082D-110D-602E-1B477724B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E4C9E40-915E-199F-C0BC-ADE4624697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ca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030741-CA9E-7356-1155-56DB03A4C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407B8-C93F-48CE-A909-34CCA2137ACA}" type="datetimeFigureOut">
              <a:rPr lang="ca-ES" smtClean="0"/>
              <a:t>11/6/2026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D446BC-51CB-A6C7-E054-7042D9413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1AE9B6-D49B-7051-8863-FAB3E816D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A997E-CF0D-49A9-801D-542B6291E27E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064212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B8189F-EFCA-6932-8C99-B9C3DBFC2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E5B3FF-9377-A8D9-095C-6F93B1191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D5AD06-6B2B-483B-70F1-3E7D0324B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407B8-C93F-48CE-A909-34CCA2137ACA}" type="datetimeFigureOut">
              <a:rPr lang="ca-ES" smtClean="0"/>
              <a:t>11/6/2026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8C25BC-D6EE-2D12-883F-2293F6F8C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28EB01-2106-D215-CF88-1E34AC365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A997E-CF0D-49A9-801D-542B6291E27E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828024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BE95C9-9560-2B17-D8CA-6E7099352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48295CF-883C-0157-DFFA-8ACE71F0D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484DC9-921B-F4E1-D503-221B8C08B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407B8-C93F-48CE-A909-34CCA2137ACA}" type="datetimeFigureOut">
              <a:rPr lang="ca-ES" smtClean="0"/>
              <a:t>11/6/2026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15B415-ED39-4FDD-5DC8-C3B3ABE6C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340FF8-34AD-C038-100C-89D87217F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A997E-CF0D-49A9-801D-542B6291E27E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98730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803758-CFE7-730E-E27E-0A8EFD653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A69CDC-7C28-3B22-B7A9-7E9CE04C8A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A367097-C370-C1D4-33D4-0ADF7FAFA9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37088FD-E644-1189-148A-546B27D37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407B8-C93F-48CE-A909-34CCA2137ACA}" type="datetimeFigureOut">
              <a:rPr lang="ca-ES" smtClean="0"/>
              <a:t>11/6/2026</a:t>
            </a:fld>
            <a:endParaRPr lang="ca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B706C2-D743-7AD0-F6BC-099337A46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B4C2ABC-8B83-52EE-84E7-0939463E7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A997E-CF0D-49A9-801D-542B6291E27E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846039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083702-F01D-8D19-759E-59E90999C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00DA04D-FF3B-DABF-09F5-DB8D05AD24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B1BE11E-9317-33A7-2959-3987ACEFD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083C60A-8D1C-9C7F-2D99-5C385A7C0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2A42FB0-EAA2-813D-4E09-3D5FEC3324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1007CD-14FD-4777-4774-AB5DA530A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407B8-C93F-48CE-A909-34CCA2137ACA}" type="datetimeFigureOut">
              <a:rPr lang="ca-ES" smtClean="0"/>
              <a:t>11/6/2026</a:t>
            </a:fld>
            <a:endParaRPr lang="ca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43C029C-64F0-CEC7-E9F9-88473CF9A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168DED1-4AA9-D2D5-4E0A-A5A526FB0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A997E-CF0D-49A9-801D-542B6291E27E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336066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8A3056-4CE9-E384-2E2A-9E93689CD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C823323-C8A5-68DC-9E42-E98A437DB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407B8-C93F-48CE-A909-34CCA2137ACA}" type="datetimeFigureOut">
              <a:rPr lang="ca-ES" smtClean="0"/>
              <a:t>11/6/2026</a:t>
            </a:fld>
            <a:endParaRPr lang="ca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E505054-9B24-EA9B-5764-10568E009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A97C9D8-12B6-693B-479F-D5F60F49A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A997E-CF0D-49A9-801D-542B6291E27E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756615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8F3912D-FF56-9922-30AE-4F9083803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407B8-C93F-48CE-A909-34CCA2137ACA}" type="datetimeFigureOut">
              <a:rPr lang="ca-ES" smtClean="0"/>
              <a:t>11/6/2026</a:t>
            </a:fld>
            <a:endParaRPr lang="ca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AC6EB4F-71D5-3CAA-3C7E-111170B4E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B0C0E34-13FA-9136-8E09-B9C15B069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A997E-CF0D-49A9-801D-542B6291E27E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215811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737F80-9C88-40B5-7D15-2FA3EC65E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0B14A8-3A1D-CE23-D106-80DB8A4CC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EFA732A-F20D-5B14-E341-029E2E509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0E2B2D3-4885-5899-C229-27723C65F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407B8-C93F-48CE-A909-34CCA2137ACA}" type="datetimeFigureOut">
              <a:rPr lang="ca-ES" smtClean="0"/>
              <a:t>11/6/2026</a:t>
            </a:fld>
            <a:endParaRPr lang="ca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2576009-69B6-BBA5-6FF0-C362C9AE5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5F998CC-4FEA-FEF7-0CE4-67FF18245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A997E-CF0D-49A9-801D-542B6291E27E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220425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3E7E0D-14EC-7A3F-447C-2BB124B85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FF06995-8C95-600C-7A3A-2C3F2723CF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a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990FB57-21EC-BD3C-88EE-4A653B25D3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3687A9-745E-4F17-CD5A-12A1B9EFC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407B8-C93F-48CE-A909-34CCA2137ACA}" type="datetimeFigureOut">
              <a:rPr lang="ca-ES" smtClean="0"/>
              <a:t>11/6/2026</a:t>
            </a:fld>
            <a:endParaRPr lang="ca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85CDB62-1E7D-B7DD-95D5-ADE98C080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7C0A141-B0BC-0C1B-894D-41AAB2D70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A997E-CF0D-49A9-801D-542B6291E27E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19622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4EBDEB-BC33-BED1-7E75-C5FDD232F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B988597-028C-BA62-32DC-23E30B4EED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F98035-F405-C18D-C71D-CF095C5EC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407B8-C93F-48CE-A909-34CCA2137ACA}" type="datetimeFigureOut">
              <a:rPr lang="ca-ES" smtClean="0"/>
              <a:t>11/6/2026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67A6AF-528F-417F-FA41-77A4708C5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6DA68F-93E0-D739-7CF4-1A793D107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A997E-CF0D-49A9-801D-542B6291E27E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307856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0097C8-7F36-CD52-740F-9D049C81A9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65A52A0-7304-8067-15A3-D124B819BF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F0838D-F5D1-78CA-900E-9EF31E0E8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407B8-C93F-48CE-A909-34CCA2137ACA}" type="datetimeFigureOut">
              <a:rPr lang="ca-ES" smtClean="0"/>
              <a:t>11/6/2026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6A6E7C-65B5-C60A-EC9B-859C2CC22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5A5DA0-9948-0704-7407-A37F83589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A997E-CF0D-49A9-801D-542B6291E27E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655088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EBE6560-AE27-93FD-EE43-3F29183A2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181564-FD69-4B20-F197-66B3119F13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5A223D-EEBC-A233-28B3-D7D41ECB5B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0407B8-C93F-48CE-A909-34CCA2137ACA}" type="datetimeFigureOut">
              <a:rPr lang="ca-ES" smtClean="0"/>
              <a:t>11/6/2026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7048CA-7DCD-EEDE-A37A-9B35B8F221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FD7A64-1500-F613-5665-7F67225D8F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4A997E-CF0D-49A9-801D-542B6291E27E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60241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DDFF3C9D-9CD0-39C3-7C94-D6CBD0E650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7368" y="0"/>
            <a:ext cx="47972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177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46341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Panorámica</PresentationFormat>
  <Paragraphs>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 Sala Tarré</dc:creator>
  <cp:lastModifiedBy>Marc Sala Tarré</cp:lastModifiedBy>
  <cp:revision>1</cp:revision>
  <dcterms:created xsi:type="dcterms:W3CDTF">2026-06-11T14:02:30Z</dcterms:created>
  <dcterms:modified xsi:type="dcterms:W3CDTF">2026-06-11T14:08:25Z</dcterms:modified>
</cp:coreProperties>
</file>