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4"/>
  </p:sldMasterIdLst>
  <p:notesMasterIdLst>
    <p:notesMasterId r:id="rId19"/>
  </p:notesMasterIdLst>
  <p:sldIdLst>
    <p:sldId id="429" r:id="rId5"/>
    <p:sldId id="430" r:id="rId6"/>
    <p:sldId id="422" r:id="rId7"/>
    <p:sldId id="423" r:id="rId8"/>
    <p:sldId id="426" r:id="rId9"/>
    <p:sldId id="427" r:id="rId10"/>
    <p:sldId id="424" r:id="rId11"/>
    <p:sldId id="425" r:id="rId12"/>
    <p:sldId id="459" r:id="rId13"/>
    <p:sldId id="460" r:id="rId14"/>
    <p:sldId id="461" r:id="rId15"/>
    <p:sldId id="462" r:id="rId16"/>
    <p:sldId id="463" r:id="rId17"/>
    <p:sldId id="464" r:id="rId18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D9D9D9"/>
    <a:srgbClr val="FEF8BE"/>
    <a:srgbClr val="B8CCE4"/>
    <a:srgbClr val="7693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313" autoAdjust="0"/>
    <p:restoredTop sz="94660"/>
  </p:normalViewPr>
  <p:slideViewPr>
    <p:cSldViewPr snapToGrid="0">
      <p:cViewPr varScale="1">
        <p:scale>
          <a:sx n="70" d="100"/>
          <a:sy n="70" d="100"/>
        </p:scale>
        <p:origin x="216" y="4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9ECDAD-75E1-4BC4-AB86-9BA5DFF857B3}" type="datetimeFigureOut">
              <a:rPr lang="en-GB" smtClean="0"/>
              <a:t>11/06/2026</a:t>
            </a:fld>
            <a:endParaRPr lang="en-GB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BAA5E4-F832-4E78-BDC0-6CAA09567E07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54866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B8136-4330-4480-80D9-0F6FD97061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072" y="1124712"/>
            <a:ext cx="11036808" cy="3172968"/>
          </a:xfrm>
        </p:spPr>
        <p:txBody>
          <a:bodyPr anchor="b">
            <a:normAutofit/>
          </a:bodyPr>
          <a:lstStyle>
            <a:lvl1pPr algn="l">
              <a:defRPr sz="8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6E5739-DD96-45FB-B609-3E3447A52F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6072" y="4727448"/>
            <a:ext cx="11036808" cy="1481328"/>
          </a:xfrm>
        </p:spPr>
        <p:txBody>
          <a:bodyPr>
            <a:normAutofit/>
          </a:bodyPr>
          <a:lstStyle>
            <a:lvl1pPr marL="0" indent="0" algn="l">
              <a:buNone/>
              <a:defRPr sz="2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FF558-51F9-42A2-9944-DBE23DA8B2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6072" y="6356350"/>
            <a:ext cx="2743200" cy="365125"/>
          </a:xfrm>
        </p:spPr>
        <p:txBody>
          <a:bodyPr/>
          <a:lstStyle/>
          <a:p>
            <a:fld id="{31DCF8F9-FE1E-467E-9B82-0FEB758F2FA6}" type="datetime1">
              <a:rPr lang="en-US" smtClean="0"/>
              <a:t>6/11/2026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8C0E86-A7F7-4BDC-A637-254E5252D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10ADE-E9DA-4E57-BF57-1CCB65219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69680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06CE56-3881-4ADA-8CEF-D18B02C242A3}"/>
              </a:ext>
            </a:extLst>
          </p:cNvPr>
          <p:cNvSpPr/>
          <p:nvPr/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F3C543-62EC-4433-9C93-A2CD8764E9B4}"/>
              </a:ext>
            </a:extLst>
          </p:cNvPr>
          <p:cNvSpPr/>
          <p:nvPr/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0959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D6FBB9D-1CAA-4D05-AB33-BABDFE17B843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27B71-B4B6-4823-80A1-68C40B475118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A6DB05-9FB5-4B07-8675-74C23D4FD89D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78024"/>
            <a:ext cx="10168128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DED67-27EC-4D43-A21C-093C1DB048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6219CF75-0ECC-4E76-B636-3ABF46261502}" type="datetime1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47CE3-4890-4BC1-94DB-5D49D02C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59789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5AEDC5C-2E87-49C6-AB07-A95E5F39ED8E}"/>
              </a:ext>
            </a:extLst>
          </p:cNvPr>
          <p:cNvSpPr/>
          <p:nvPr/>
        </p:nvSpPr>
        <p:spPr>
          <a:xfrm>
            <a:off x="558210" y="4981421"/>
            <a:ext cx="11134956" cy="82296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7D88DE-E462-4C8A-BF99-609390DFB781}"/>
              </a:ext>
            </a:extLst>
          </p:cNvPr>
          <p:cNvSpPr/>
          <p:nvPr/>
        </p:nvSpPr>
        <p:spPr>
          <a:xfrm>
            <a:off x="498834" y="5118581"/>
            <a:ext cx="146304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E44900-E8BF-4B12-8BCB-41076E2B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784" y="640080"/>
            <a:ext cx="10890504" cy="4114800"/>
          </a:xfrm>
        </p:spPr>
        <p:txBody>
          <a:bodyPr anchor="b">
            <a:normAutofit/>
          </a:bodyPr>
          <a:lstStyle>
            <a:lvl1pPr>
              <a:defRPr sz="6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7741F9-B00F-4463-A257-6B66DABD9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1248" y="5102352"/>
            <a:ext cx="10607040" cy="585216"/>
          </a:xfrm>
        </p:spPr>
        <p:txBody>
          <a:bodyPr anchor="ctr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8BFA7D-4401-4285-802B-1579165F0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4E8BD-E6E8-42B0-9E1C-58D2F9C64A0C}" type="datetime1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A909C5-AA19-4195-8376-9002D5DF4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AC3F32-46E0-47C8-8565-5969A475F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3331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076262E-36A0-40C6-ADE6-90CD9FB9B9EA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2677A9B-4D1D-4D80-912C-24570140A650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DC8C98-510F-48C9-82B2-9E4F760A68DF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A078AE-0BC3-48F9-87EC-2DB0CCE7E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2A20DF-0829-4336-B59F-FF9D7AA9D8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15568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35D01C-CF67-4DF6-B96C-FFC9D5BF8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45936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BBD797-6031-4F82-8726-EAB757027F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D7AFBA47-0BC8-4C75-9B10-88B9F496CCB1}" type="datetime1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B3F71C-B897-4909-A75E-8716AD49C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78BC14-5BB1-405F-A6F3-C07230F08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3234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B671BDE-E45C-41A1-9B98-4A607D703855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99500CE-917A-4D03-A7DF-71D8EBBC1537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0D377-28B0-417D-886B-9483AF064975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8F91F8-0767-40B5-A3AA-72931FC19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AE0554-8BEE-4BF6-9519-51B8475D3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5568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4A358D-C930-48E0-B372-06A826B74C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15568" y="3203688"/>
            <a:ext cx="4937760" cy="296851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B6615E-4966-4150-83B6-C47591B363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45936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409F6B-C17B-4B4F-9F35-5068BDC4E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45936" y="3203687"/>
            <a:ext cx="4937760" cy="296851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BC356D-052B-4A9B-8B2F-6665FD325A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84512E72-AC33-43BA-BEE9-4FD4948C58D8}" type="datetime1">
              <a:rPr lang="en-US" smtClean="0"/>
              <a:t>6/11/2026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C5E5FA-26A9-467C-93E3-8476142D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79E50C-1E40-4B48-871B-E392428D2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18174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8C0689C4-0DB3-408B-A956-40326B4AE4C4}"/>
              </a:ext>
            </a:extLst>
          </p:cNvPr>
          <p:cNvSpPr/>
          <p:nvPr/>
        </p:nvSpPr>
        <p:spPr>
          <a:xfrm>
            <a:off x="665853" y="1533525"/>
            <a:ext cx="10917063" cy="379095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E1D10E-1C30-41BF-8C3B-C460C9B5597B}"/>
              </a:ext>
            </a:extLst>
          </p:cNvPr>
          <p:cNvSpPr/>
          <p:nvPr/>
        </p:nvSpPr>
        <p:spPr>
          <a:xfrm>
            <a:off x="609084" y="2971798"/>
            <a:ext cx="128016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9454F2-0EE5-4888-AF4C-82F825E62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1938528"/>
            <a:ext cx="10177272" cy="2990088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C91241-A315-4643-91E5-CF2C25CC9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376718-59A8-49B1-AEC5-3662572A144D}" type="datetime1">
              <a:rPr lang="en-US" smtClean="0"/>
              <a:t>6/11/2026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706D86-5479-487D-94C8-76093D84F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739411-CED6-43D4-868D-A65C4161A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09453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C447E0-1D4D-4EF2-B81B-4B2400EE3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EC767-5C82-4733-81D6-0B6B22CAF0EE}" type="datetime1">
              <a:rPr lang="en-US" smtClean="0"/>
              <a:t>6/11/2026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984CA0-2A78-4600-9F3D-19B09E790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40955-B18E-49D3-AE7B-B331200E3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65452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FA417FE-CD1A-486F-A4AC-E4000A2FB18E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18F0F5-812B-472C-9408-B80F2553F5E0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F7751B-CD8F-4F5B-A903-1DCE5D1E8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55C8A-A0BB-441D-976F-EB56D4382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192" y="1709928"/>
            <a:ext cx="6729984" cy="40965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DE6A51-A2E5-4BFA-B571-9FDFE1BBFB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29000"/>
            <a:ext cx="3099816" cy="2066544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92778A-DD4C-4651-9C53-8B0C44CD88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E4D41E06-6C86-4754-846D-56519DFF1F50}" type="datetime1">
              <a:rPr lang="en-US" smtClean="0"/>
              <a:t>6/11/2026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6C7F66-2DFA-4146-BE1A-CE2890FE4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85D185-B1B6-4D62-81BE-BE82C80AC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6603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68B77B5-211C-456E-B79F-306CC3619347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63C338-194D-4F23-ABEC-60A7EA96F302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C04DCC-0E3E-4F05-9FAC-9FA6CA4B2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A29649-B19F-499E-8E9A-3577EAC8F0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65192" y="1161288"/>
            <a:ext cx="6729984" cy="4645152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C9EF2E-A8CD-41A1-B11A-0D8842797A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38144"/>
            <a:ext cx="3099816" cy="20574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4257B5-0DE0-401F-9171-E8687A97DB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6D8A39B2-B176-40DF-B22F-280C511548AF}" type="datetime1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8CD9AD-D667-4FD4-AA34-428AA0BCD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70FB6-F273-4BA6-8B97-9835AC537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4208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32C18-E430-4EC7-BD7C-99D86D012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C5012F-7119-4D94-9717-3862E1C938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D9A4A-D287-4207-9037-70DB007A1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AAE393-D011-4B55-A9B6-0BBC79EF96B0}" type="datetime1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CFCAC-80DB-43BB-B3F1-AC22BACEE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679730-3487-4D94-A0DC-C21684963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9552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43C89D-929E-4CD1-BCCC-72A14C0335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D450EA-A577-4B76-A12F-650BEB20FD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2603B-9ACE-4FA9-805B-9B91EB63D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D0C2F-F497-4247-8BB2-5746400D850B}" type="datetime1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CE18AC-D6A9-4A61-885D-68E2B684A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97AE4-AA47-4E14-8FFE-171FAE47F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78912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325BDE-35A4-4AAD-960B-C1415864A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459C78-0CC4-4552-93DD-49B4194D0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744A3C-9C54-46A6-B3EF-5B36362423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BAA1BC-C245-4537-A704-02F8919D151B}" type="datetime1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5A696-7B4B-4181-A961-7D66556D50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038CB5-8F4A-401D-A3A9-B27DC15B7A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55802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0" r:id="rId2"/>
    <p:sldLayoutId id="2147483669" r:id="rId3"/>
    <p:sldLayoutId id="2147483668" r:id="rId4"/>
    <p:sldLayoutId id="2147483667" r:id="rId5"/>
    <p:sldLayoutId id="2147483666" r:id="rId6"/>
    <p:sldLayoutId id="2147483665" r:id="rId7"/>
    <p:sldLayoutId id="2147483664" r:id="rId8"/>
    <p:sldLayoutId id="2147483663" r:id="rId9"/>
    <p:sldLayoutId id="2147483662" r:id="rId10"/>
    <p:sldLayoutId id="214748366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DF183-7590-D963-A430-EB48624B6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C650B7-B6C5-984A-68D7-4A740C6964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Consultar Menú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0387A02-507D-AA44-2E6D-915B7E9A72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</a:t>
            </a:fld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07DAC065-6003-55A8-53BA-0D54110E9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649" y="2172599"/>
            <a:ext cx="5404847" cy="4548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37547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16B1D1-A828-6436-C667-B709A1DDD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7C4E723-05D9-FC6A-149A-AF1E6CC19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2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C0A014C3-1F52-19C1-CF5D-9794F74E052F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07EAE3AD-6D5C-5137-249A-ACF0ED856A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0200" y="814387"/>
            <a:ext cx="8991600" cy="5229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17764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74972-5A42-9661-940F-402E863D0F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C1371F-CB93-101A-6EBF-284ABBE34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Cercar cuiner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571CD66-B5C0-4723-BAEA-CF6A30BEC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3</a:t>
            </a:fld>
            <a:endParaRPr lang="en-U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711F4019-A5FB-8518-35EB-0309CF3030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1537" y="2569274"/>
            <a:ext cx="4763165" cy="3629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6176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97C51-9932-044E-623F-94B68A048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A231D57-EA4F-B7A2-C3B0-4FED381D3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4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E9B5F86F-FA04-AAE0-056D-601821ED46A2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286BEF1-761E-4A43-4391-E00A58EBCA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013" y="813916"/>
            <a:ext cx="10266336" cy="5174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56318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C6331-E551-F472-3A27-375681C710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2682F47-EDF0-3EEB-19F6-F686C92E1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Registrar-se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744A798-6B10-FE84-5761-A92E9C412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5</a:t>
            </a:fld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4FACF5FF-C333-67AA-E611-5275E19BF5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6628" y="2487360"/>
            <a:ext cx="4706007" cy="3610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45400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1281A-EFDA-4BFA-109E-680B68E70F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8F2D80A-BED4-F6DD-325F-D98A9B3FD9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6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3D4CF85F-44B1-3836-EEE9-F4B2AF7F676B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E956540B-DE7F-39E6-59DA-48D4E791A8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2934" y="786283"/>
            <a:ext cx="10570866" cy="52854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26033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89848-F8F3-D70A-2626-7A93BC359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E2AE7D-4A4A-C86D-6E65-120491C5C2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 err="1"/>
              <a:t>Login</a:t>
            </a:r>
            <a:endParaRPr lang="ca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4270144-39C6-15D8-35FB-9FFDCC90D4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7</a:t>
            </a:fld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626AA589-7376-71A6-E9F8-12FA264A95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9119" y="2487360"/>
            <a:ext cx="4725059" cy="3610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98672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E1C201-EB9E-CD36-627D-A191301DC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1A25D70-1608-9D98-91AE-AB14CBAE8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8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383BF95-76CC-073F-D137-DE4C2E6F28E6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EE83D1F-988A-A916-AD02-01B5630EF2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9716" y="874207"/>
            <a:ext cx="10033519" cy="505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8760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94898-973E-C0B2-DB97-BFDF25B11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4D2170-8E03-4C00-958E-19CB58BEC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Omplir perfil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6D5541B-A53B-8740-547D-2E34F7E9D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9</a:t>
            </a:fld>
            <a:endParaRPr lang="en-U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599275CE-77F9-BCAF-DC5C-D2579AE465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1903" y="2121943"/>
            <a:ext cx="4439492" cy="4736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282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93367B-5A1A-FBEF-A745-FF43C0195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43094D3-220F-873A-1FC6-1C95324E9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10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964555A-840E-DDDD-5533-DE72E590937A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2E676415-EF32-1CC7-EEF2-D170577105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6862" y="595312"/>
            <a:ext cx="9058275" cy="5667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17406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D59C34-5E71-4A10-4D72-CA6FB5E069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FD99AC5-BEF9-8A52-E086-7065AC928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Modificar perfil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7F0E315-B185-75E5-CF98-BACF2A6C8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11</a:t>
            </a:fld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7A384C76-9A9D-F614-4D9B-0DC4E28FB3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1505" y="2196469"/>
            <a:ext cx="4715533" cy="452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014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04984-2F2D-29D6-0C0D-0E3E3C36F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4FEB025-12A6-1133-68BE-08EA3F901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12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03B24F41-1A81-8A63-B4E0-A9794627B78E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042F89DB-B0D7-486E-1000-D0309A29EF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525" y="252412"/>
            <a:ext cx="9124950" cy="6353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95104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D2C6E-6B42-0DEF-0145-0EC83CE0D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E4B2C7-FC85-6B4F-8B43-88103C52BA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Donar-se de baixa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78627F1-0CA6-7367-56E7-14BBA75D2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13</a:t>
            </a:fld>
            <a:endParaRPr lang="en-U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84336D72-D463-C9A7-646C-060235F615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3882" y="2614064"/>
            <a:ext cx="4715533" cy="3924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8782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EA9839-7236-E610-5887-C37EC3932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AAD1DA4-2A73-4000-2DE2-92B37F5AA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14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41930653-9896-1793-2578-CF74A41511A7}"/>
              </a:ext>
            </a:extLst>
          </p:cNvPr>
          <p:cNvSpPr txBox="1"/>
          <p:nvPr/>
        </p:nvSpPr>
        <p:spPr>
          <a:xfrm>
            <a:off x="428603" y="2198728"/>
            <a:ext cx="11266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5DEB108D-EEF3-188E-7B54-E2B5DC806A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900" y="1023937"/>
            <a:ext cx="9220200" cy="4810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342161"/>
      </p:ext>
    </p:extLst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nalogousFromRegularSeedRightStep">
      <a:dk1>
        <a:srgbClr val="000000"/>
      </a:dk1>
      <a:lt1>
        <a:srgbClr val="FFFFFF"/>
      </a:lt1>
      <a:dk2>
        <a:srgbClr val="412426"/>
      </a:dk2>
      <a:lt2>
        <a:srgbClr val="E2E8E8"/>
      </a:lt2>
      <a:accent1>
        <a:srgbClr val="C34D54"/>
      </a:accent1>
      <a:accent2>
        <a:srgbClr val="B1643B"/>
      </a:accent2>
      <a:accent3>
        <a:srgbClr val="BBA149"/>
      </a:accent3>
      <a:accent4>
        <a:srgbClr val="98AD39"/>
      </a:accent4>
      <a:accent5>
        <a:srgbClr val="72B346"/>
      </a:accent5>
      <a:accent6>
        <a:srgbClr val="3BB13D"/>
      </a:accent6>
      <a:hlink>
        <a:srgbClr val="30928B"/>
      </a:hlink>
      <a:folHlink>
        <a:srgbClr val="7F7F7F"/>
      </a:folHlink>
    </a:clrScheme>
    <a:fontScheme name="Avenir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ccentBoxVTI" id="{9F778A78-DC9A-453A-A82D-A75CAD503E15}" vid="{EA961113-7CC4-4569-8A6A-7BC2C1E2F401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63BD3DC6F0E81D4FA56575A4B7B24AF5" ma:contentTypeVersion="14" ma:contentTypeDescription="Crear nuevo documento." ma:contentTypeScope="" ma:versionID="ded3d347f3a98b31a82ee0cc093f824b">
  <xsd:schema xmlns:xsd="http://www.w3.org/2001/XMLSchema" xmlns:xs="http://www.w3.org/2001/XMLSchema" xmlns:p="http://schemas.microsoft.com/office/2006/metadata/properties" xmlns:ns3="7b814fa0-4f1b-4d56-8a36-064af1e36e66" xmlns:ns4="b1fa7ccf-aa4f-4f27-84db-07667d020acb" targetNamespace="http://schemas.microsoft.com/office/2006/metadata/properties" ma:root="true" ma:fieldsID="fe3adeea5df1e60fd0d7c7fb86895927" ns3:_="" ns4:_="">
    <xsd:import namespace="7b814fa0-4f1b-4d56-8a36-064af1e36e66"/>
    <xsd:import namespace="b1fa7ccf-aa4f-4f27-84db-07667d020acb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AutoKeyPoints" minOccurs="0"/>
                <xsd:element ref="ns4:MediaServiceKeyPoints" minOccurs="0"/>
                <xsd:element ref="ns4:MediaServiceAutoTag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_activity" minOccurs="0"/>
                <xsd:element ref="ns4:MediaServiceObjectDetectorVersions" minOccurs="0"/>
                <xsd:element ref="ns4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b814fa0-4f1b-4d56-8a36-064af1e36e66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Hash de la sugerencia para compartir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fa7ccf-aa4f-4f27-84db-07667d020ac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19" nillable="true" ma:displayName="_activity" ma:hidden="true" ma:internalName="_activity">
      <xsd:simpleType>
        <xsd:restriction base="dms:Note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7b814fa0-4f1b-4d56-8a36-064af1e36e66">
      <UserInfo>
        <DisplayName/>
        <AccountId xsi:nil="true"/>
        <AccountType/>
      </UserInfo>
    </SharedWithUsers>
    <_activity xmlns="b1fa7ccf-aa4f-4f27-84db-07667d020acb" xsi:nil="true"/>
  </documentManagement>
</p:properties>
</file>

<file path=customXml/itemProps1.xml><?xml version="1.0" encoding="utf-8"?>
<ds:datastoreItem xmlns:ds="http://schemas.openxmlformats.org/officeDocument/2006/customXml" ds:itemID="{04171512-FDE1-4E49-B7EA-58AD2B33372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77A2FCE-FB77-4A2D-98B9-B8BD51BEE8C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b814fa0-4f1b-4d56-8a36-064af1e36e66"/>
    <ds:schemaRef ds:uri="b1fa7ccf-aa4f-4f27-84db-07667d020ac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FBF3923-D9E5-4962-BBB8-690B0ABC4F42}">
  <ds:schemaRefs>
    <ds:schemaRef ds:uri="http://www.w3.org/XML/1998/namespace"/>
    <ds:schemaRef ds:uri="b1fa7ccf-aa4f-4f27-84db-07667d020acb"/>
    <ds:schemaRef ds:uri="http://schemas.microsoft.com/office/2006/metadata/properties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7b814fa0-4f1b-4d56-8a36-064af1e36e66"/>
    <ds:schemaRef ds:uri="http://purl.org/dc/dcmitype/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8912</TotalTime>
  <Words>27</Words>
  <Application>Microsoft Office PowerPoint</Application>
  <PresentationFormat>Panorámica</PresentationFormat>
  <Paragraphs>21</Paragraphs>
  <Slides>14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8" baseType="lpstr">
      <vt:lpstr>Arial</vt:lpstr>
      <vt:lpstr>Calibri</vt:lpstr>
      <vt:lpstr>Neue Haas Grotesk Text Pro</vt:lpstr>
      <vt:lpstr>AccentBoxVTI</vt:lpstr>
      <vt:lpstr>Consultar Menú</vt:lpstr>
      <vt:lpstr>Presentación de PowerPoint</vt:lpstr>
      <vt:lpstr>Cercar cuiner</vt:lpstr>
      <vt:lpstr>Presentación de PowerPoint</vt:lpstr>
      <vt:lpstr>Registrar-se</vt:lpstr>
      <vt:lpstr>Presentación de PowerPoint</vt:lpstr>
      <vt:lpstr>Login</vt:lpstr>
      <vt:lpstr>Presentación de PowerPoint</vt:lpstr>
      <vt:lpstr>Omplir perfil</vt:lpstr>
      <vt:lpstr>Presentación de PowerPoint</vt:lpstr>
      <vt:lpstr>Modificar perfil</vt:lpstr>
      <vt:lpstr>Presentación de PowerPoint</vt:lpstr>
      <vt:lpstr>Donar-se de baixa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Enginyeria del Software</dc:title>
  <dc:creator>Jorge Bernal del Nozal</dc:creator>
  <cp:lastModifiedBy>Marc Sala Tarré</cp:lastModifiedBy>
  <cp:revision>46</cp:revision>
  <dcterms:created xsi:type="dcterms:W3CDTF">2023-02-10T08:32:17Z</dcterms:created>
  <dcterms:modified xsi:type="dcterms:W3CDTF">2026-06-11T08:42:20Z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0x01010063BD3DC6F0E81D4FA56575A4B7B24AF5</vt:lpwstr>
  </property>
  <property fmtid="{D5CDD505-2E9C-101B-9397-08002B2CF9AE}" pid="3" name="Order">
    <vt:r8>1700</vt:r8>
  </property>
  <property fmtid="{D5CDD505-2E9C-101B-9397-08002B2CF9AE}" pid="4" name="_ExtendedDescription">
    <vt:lpwstr/>
  </property>
  <property fmtid="{D5CDD505-2E9C-101B-9397-08002B2CF9AE}" pid="5" name="TriggerFlowInfo">
    <vt:lpwstr/>
  </property>
  <property fmtid="{D5CDD505-2E9C-101B-9397-08002B2CF9AE}" pid="6" name="ComplianceAssetId">
    <vt:lpwstr/>
  </property>
</Properties>
</file>