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DABD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7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BBC9C9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Consultar Menú</a:t>
            </a:r>
            <a:endParaRPr/>
          </a:p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5649" y="2172599"/>
            <a:ext cx="5404847" cy="454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4" title="1- Consultar Men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1999"/>
            <a:ext cx="11542300" cy="6333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Cercar cuiner</a:t>
            </a:r>
            <a:endParaRPr/>
          </a:p>
        </p:txBody>
      </p:sp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1537" y="2569274"/>
            <a:ext cx="4763165" cy="3629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013" y="813916"/>
            <a:ext cx="10266336" cy="517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Registrar-se</a:t>
            </a:r>
            <a:endParaRPr/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6628" y="2487360"/>
            <a:ext cx="4706007" cy="3610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934" y="786283"/>
            <a:ext cx="10570866" cy="5285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Login</a:t>
            </a:r>
            <a:endParaRPr/>
          </a:p>
        </p:txBody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119" y="2487360"/>
            <a:ext cx="4725059" cy="3610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716" y="874207"/>
            <a:ext cx="10033519" cy="5059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Omplir perfil</a:t>
            </a:r>
            <a:endParaRPr/>
          </a:p>
        </p:txBody>
      </p:sp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1903" y="2121943"/>
            <a:ext cx="4439492" cy="4736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2" title="5- Omplir perf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200"/>
            <a:ext cx="11783124" cy="65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Modificar perfil</a:t>
            </a:r>
            <a:endParaRPr/>
          </a:p>
        </p:txBody>
      </p:sp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505" y="2196469"/>
            <a:ext cx="4715533" cy="4525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4"/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24" title="6- Modificar perf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476" y="267488"/>
            <a:ext cx="9524335" cy="632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Donar-se de baixa</a:t>
            </a:r>
            <a:endParaRPr/>
          </a:p>
        </p:txBody>
      </p:sp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3882" y="2614064"/>
            <a:ext cx="4715533" cy="392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" y="1023937"/>
            <a:ext cx="9220200" cy="48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