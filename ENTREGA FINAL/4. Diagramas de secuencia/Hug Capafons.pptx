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_rels/item3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a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a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853984-B862-41BC-B26F-2482DF7FAA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187486-0DAC-46DB-8FF7-6FDAF7A83D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ECC4264-D1B9-49AA-8D34-F75E875498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a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ca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ED3C8D9-0878-435E-8E2D-371274A678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24D46BD-8E29-40E0-9252-44E28CC76C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a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ca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ca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F953C1-DD34-4E7D-9FBC-3038D640F9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76F2C20-EFCE-4B5E-9884-C129B8AA75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a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1567079-D65F-47BA-B5E6-5600C49DF4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705C78A-2C02-41B8-B06A-024CDE65BE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F7327D2-4A65-4B4D-AF94-68FC524187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E2F2CAE-D5F1-4ABA-8864-DCCDB7AF03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ca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7"/>
          <p:cNvSpPr/>
          <p:nvPr/>
        </p:nvSpPr>
        <p:spPr>
          <a:xfrm rot="5400000">
            <a:off x="858240" y="345960"/>
            <a:ext cx="145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" name="Rectangle 9"/>
          <p:cNvSpPr/>
          <p:nvPr/>
        </p:nvSpPr>
        <p:spPr>
          <a:xfrm flipV="1">
            <a:off x="578520" y="4499640"/>
            <a:ext cx="11034000" cy="1764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8869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BB5EA5-04EE-45EF-9FB4-18CB2CDF2DC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7600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24219D-4211-4AFF-93EC-CA5911B02D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45192B-F404-4E15-BF98-43787F978C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/>
          <p:cNvSpPr/>
          <p:nvPr/>
        </p:nvSpPr>
        <p:spPr>
          <a:xfrm>
            <a:off x="558360" y="0"/>
            <a:ext cx="11166840" cy="2018160"/>
          </a:xfrm>
          <a:prstGeom prst="rect">
            <a:avLst/>
          </a:prstGeom>
          <a:ln w="9525">
            <a:solidFill>
              <a:srgbClr val="f0e5e5"/>
            </a:solidFill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 useBgFill="1">
        <p:nvSpPr>
          <p:cNvPr id="15" name="Rectangle 9"/>
          <p:cNvSpPr/>
          <p:nvPr/>
        </p:nvSpPr>
        <p:spPr>
          <a:xfrm>
            <a:off x="567000" y="0"/>
            <a:ext cx="11154960" cy="201096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ectangle 11"/>
          <p:cNvSpPr/>
          <p:nvPr/>
        </p:nvSpPr>
        <p:spPr>
          <a:xfrm>
            <a:off x="498960" y="787320"/>
            <a:ext cx="127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1"/>
          </p:nvPr>
        </p:nvSpPr>
        <p:spPr>
          <a:xfrm>
            <a:off x="8540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0F94CD-25D3-424A-981A-2686162817B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2"/>
          </p:nvPr>
        </p:nvSpPr>
        <p:spPr>
          <a:xfrm>
            <a:off x="1115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/>
          <p:cNvSpPr/>
          <p:nvPr/>
        </p:nvSpPr>
        <p:spPr>
          <a:xfrm>
            <a:off x="558360" y="4981320"/>
            <a:ext cx="11134080" cy="82224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Rectangle 9"/>
          <p:cNvSpPr/>
          <p:nvPr/>
        </p:nvSpPr>
        <p:spPr>
          <a:xfrm>
            <a:off x="498960" y="5118480"/>
            <a:ext cx="145440" cy="547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17C45B-5EE0-407D-9DF8-FBB6B8103C5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8"/>
          <p:cNvSpPr/>
          <p:nvPr/>
        </p:nvSpPr>
        <p:spPr>
          <a:xfrm>
            <a:off x="558360" y="0"/>
            <a:ext cx="11166840" cy="2018160"/>
          </a:xfrm>
          <a:prstGeom prst="rect">
            <a:avLst/>
          </a:prstGeom>
          <a:ln w="9525">
            <a:solidFill>
              <a:srgbClr val="f0e5e5"/>
            </a:solidFill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 useBgFill="1">
        <p:nvSpPr>
          <p:cNvPr id="30" name="Rectangle 10"/>
          <p:cNvSpPr/>
          <p:nvPr/>
        </p:nvSpPr>
        <p:spPr>
          <a:xfrm>
            <a:off x="567000" y="0"/>
            <a:ext cx="11154960" cy="201096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1" name="Rectangle 12"/>
          <p:cNvSpPr/>
          <p:nvPr/>
        </p:nvSpPr>
        <p:spPr>
          <a:xfrm>
            <a:off x="498960" y="787320"/>
            <a:ext cx="127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17"/>
          </p:nvPr>
        </p:nvSpPr>
        <p:spPr>
          <a:xfrm>
            <a:off x="8540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F42BCA-D4BD-4453-8EC3-1D17D9F555C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8"/>
          </p:nvPr>
        </p:nvSpPr>
        <p:spPr>
          <a:xfrm>
            <a:off x="1115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10"/>
          <p:cNvSpPr/>
          <p:nvPr/>
        </p:nvSpPr>
        <p:spPr>
          <a:xfrm>
            <a:off x="558360" y="0"/>
            <a:ext cx="11166840" cy="2018160"/>
          </a:xfrm>
          <a:prstGeom prst="rect">
            <a:avLst/>
          </a:prstGeom>
          <a:ln w="9525">
            <a:solidFill>
              <a:srgbClr val="f0e5e5"/>
            </a:solidFill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 useBgFill="1">
        <p:nvSpPr>
          <p:cNvPr id="42" name="Rectangle 12"/>
          <p:cNvSpPr/>
          <p:nvPr/>
        </p:nvSpPr>
        <p:spPr>
          <a:xfrm>
            <a:off x="567000" y="0"/>
            <a:ext cx="11154960" cy="201096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3" name="Rectangle 14"/>
          <p:cNvSpPr/>
          <p:nvPr/>
        </p:nvSpPr>
        <p:spPr>
          <a:xfrm>
            <a:off x="498960" y="787320"/>
            <a:ext cx="127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0"/>
          </p:nvPr>
        </p:nvSpPr>
        <p:spPr>
          <a:xfrm>
            <a:off x="8540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5DA983-3AAC-42FA-A19D-310462EA7E5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1"/>
          </p:nvPr>
        </p:nvSpPr>
        <p:spPr>
          <a:xfrm>
            <a:off x="1115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6"/>
          <p:cNvSpPr/>
          <p:nvPr/>
        </p:nvSpPr>
        <p:spPr>
          <a:xfrm>
            <a:off x="666000" y="1533600"/>
            <a:ext cx="10916280" cy="379008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algn="tl" blurRad="50760" dir="2700000" dist="37674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9120" y="2971800"/>
            <a:ext cx="127440" cy="913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ca-E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32C455-79E8-42F3-8395-6DC9503EA2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6F2372-4051-4671-B6CF-BF15749DFE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ca-E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ca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ca-E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ca-E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ca-E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a-E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ca-E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ca-E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ca-E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a-E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ca-E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8"/>
          <p:cNvSpPr/>
          <p:nvPr/>
        </p:nvSpPr>
        <p:spPr>
          <a:xfrm>
            <a:off x="558360" y="1162080"/>
            <a:ext cx="3740040" cy="464256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0" name="Rectangle 10"/>
          <p:cNvSpPr/>
          <p:nvPr/>
        </p:nvSpPr>
        <p:spPr>
          <a:xfrm>
            <a:off x="498960" y="1618200"/>
            <a:ext cx="145440" cy="822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DA299E-CF92-4AC9-AFB5-8DEF2768649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30"/>
          </p:nvPr>
        </p:nvSpPr>
        <p:spPr>
          <a:xfrm>
            <a:off x="868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8"/>
          <p:cNvSpPr/>
          <p:nvPr/>
        </p:nvSpPr>
        <p:spPr>
          <a:xfrm>
            <a:off x="558360" y="1162080"/>
            <a:ext cx="3740040" cy="464256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5" name="Rectangle 10"/>
          <p:cNvSpPr/>
          <p:nvPr/>
        </p:nvSpPr>
        <p:spPr>
          <a:xfrm>
            <a:off x="498960" y="1618200"/>
            <a:ext cx="145440" cy="822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9BCB67-8667-4C18-87BA-1110C0A7544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&lt;number&gt;</a:t>
            </a:fld>
            <a:endParaRPr b="0" lang="ca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3"/>
          </p:nvPr>
        </p:nvSpPr>
        <p:spPr>
          <a:xfrm>
            <a:off x="868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ca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a-E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ca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Consultar comandes prèvies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Imagen 4" descr=""/>
          <p:cNvPicPr/>
          <p:nvPr/>
        </p:nvPicPr>
        <p:blipFill>
          <a:blip r:embed="rId1"/>
          <a:stretch/>
        </p:blipFill>
        <p:spPr>
          <a:xfrm>
            <a:off x="3143520" y="2231280"/>
            <a:ext cx="5835600" cy="41328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9BA024E-34A2-4F59-A2ED-111F21ABBE3E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900000" y="676080"/>
            <a:ext cx="10274760" cy="562356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945D5E4-4F06-42BA-938D-A6DE7916110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Fer pagament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Imagen 5" descr=""/>
          <p:cNvPicPr/>
          <p:nvPr/>
        </p:nvPicPr>
        <p:blipFill>
          <a:blip r:embed="rId1"/>
          <a:stretch/>
        </p:blipFill>
        <p:spPr>
          <a:xfrm>
            <a:off x="3651480" y="2301120"/>
            <a:ext cx="4743360" cy="44193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E311C3-622B-47F5-BB68-9AFDCFB73832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" descr=""/>
          <p:cNvPicPr/>
          <p:nvPr/>
        </p:nvPicPr>
        <p:blipFill>
          <a:blip r:embed="rId1"/>
          <a:stretch/>
        </p:blipFill>
        <p:spPr>
          <a:xfrm>
            <a:off x="1800" y="588960"/>
            <a:ext cx="12191760" cy="56761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81AA9B2-26FC-453C-8D12-F8FCCDA26A4A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Proposar plats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Imagen 4" descr=""/>
          <p:cNvPicPr/>
          <p:nvPr/>
        </p:nvPicPr>
        <p:blipFill>
          <a:blip r:embed="rId1"/>
          <a:stretch/>
        </p:blipFill>
        <p:spPr>
          <a:xfrm>
            <a:off x="3694320" y="2328120"/>
            <a:ext cx="4734000" cy="42098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B878B6-CFCE-486F-BB60-4690F1386015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Imagen 4" descr=""/>
          <p:cNvPicPr/>
          <p:nvPr/>
        </p:nvPicPr>
        <p:blipFill>
          <a:blip r:embed="rId1"/>
          <a:stretch/>
        </p:blipFill>
        <p:spPr>
          <a:xfrm>
            <a:off x="629280" y="0"/>
            <a:ext cx="10932480" cy="68572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F6B5C1C-BF67-4BF5-A74E-1AD632CC35D2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Repetir comandes prèvies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Imagen 4" descr=""/>
          <p:cNvPicPr/>
          <p:nvPr/>
        </p:nvPicPr>
        <p:blipFill>
          <a:blip r:embed="rId1"/>
          <a:stretch/>
        </p:blipFill>
        <p:spPr>
          <a:xfrm>
            <a:off x="3235680" y="2116080"/>
            <a:ext cx="5651640" cy="47412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08AA509-3C6E-466D-9E4C-CC5B547D557D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Imagen 8" descr=""/>
          <p:cNvPicPr/>
          <p:nvPr/>
        </p:nvPicPr>
        <p:blipFill>
          <a:blip r:embed="rId1"/>
          <a:stretch/>
        </p:blipFill>
        <p:spPr>
          <a:xfrm>
            <a:off x="1564200" y="282240"/>
            <a:ext cx="9063000" cy="62924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9FD6B97-0C0F-486D-B9B2-6BA022CFB3AA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Seguiment de la comanda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Imagen 5" descr=""/>
          <p:cNvPicPr/>
          <p:nvPr/>
        </p:nvPicPr>
        <p:blipFill>
          <a:blip r:embed="rId1"/>
          <a:stretch/>
        </p:blipFill>
        <p:spPr>
          <a:xfrm>
            <a:off x="3123720" y="2076120"/>
            <a:ext cx="5875200" cy="46447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921B2A-58DB-4C13-98DB-E49B12D3CE3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Imagen 2" descr=""/>
          <p:cNvPicPr/>
          <p:nvPr/>
        </p:nvPicPr>
        <p:blipFill>
          <a:blip r:embed="rId1"/>
          <a:stretch/>
        </p:blipFill>
        <p:spPr>
          <a:xfrm>
            <a:off x="0" y="80280"/>
            <a:ext cx="12191400" cy="66970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6FC18FD-545B-4342-94A7-89920F49EEE5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Subscripció pla mensual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" name="Imagen 4" descr=""/>
          <p:cNvPicPr/>
          <p:nvPr/>
        </p:nvPicPr>
        <p:blipFill>
          <a:blip r:embed="rId1"/>
          <a:stretch/>
        </p:blipFill>
        <p:spPr>
          <a:xfrm>
            <a:off x="3841920" y="2660400"/>
            <a:ext cx="4714920" cy="37623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AABA71-8BE7-4BF1-ADBA-6A44767E939A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Imagen 2" descr=""/>
          <p:cNvPicPr/>
          <p:nvPr/>
        </p:nvPicPr>
        <p:blipFill>
          <a:blip r:embed="rId1"/>
          <a:stretch/>
        </p:blipFill>
        <p:spPr>
          <a:xfrm>
            <a:off x="1343160" y="314280"/>
            <a:ext cx="9505080" cy="62287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3E8EB9F-F5B1-4C39-A50B-FFD38BFFDC17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Demanar ingrés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Imagen 5" descr=""/>
          <p:cNvPicPr/>
          <p:nvPr/>
        </p:nvPicPr>
        <p:blipFill>
          <a:blip r:embed="rId1"/>
          <a:stretch/>
        </p:blipFill>
        <p:spPr>
          <a:xfrm>
            <a:off x="3834360" y="2088720"/>
            <a:ext cx="4174560" cy="4632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0BB14AE-01AC-43E0-9EDC-4531851DC751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Imagen 4" descr=""/>
          <p:cNvPicPr/>
          <p:nvPr/>
        </p:nvPicPr>
        <p:blipFill>
          <a:blip r:embed="rId1"/>
          <a:stretch/>
        </p:blipFill>
        <p:spPr>
          <a:xfrm>
            <a:off x="1615680" y="0"/>
            <a:ext cx="8959680" cy="68572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34FAE74-35AB-4081-A669-70024A2B9DE1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ca-ES" sz="4000" spc="-1" strike="noStrike">
                <a:solidFill>
                  <a:schemeClr val="dk1"/>
                </a:solidFill>
                <a:latin typeface="Neue Haas Grotesk Text Pro"/>
              </a:rPr>
              <a:t>Vincular compte bancari</a:t>
            </a:r>
            <a:endParaRPr b="0" lang="ca-E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Imagen 4" descr=""/>
          <p:cNvPicPr/>
          <p:nvPr/>
        </p:nvPicPr>
        <p:blipFill>
          <a:blip r:embed="rId1"/>
          <a:stretch/>
        </p:blipFill>
        <p:spPr>
          <a:xfrm>
            <a:off x="3513600" y="2168280"/>
            <a:ext cx="5164200" cy="45525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2E7C0F-E373-4D42-B31D-33BBF809AFDD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ca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" name="Imagen 4" descr=""/>
          <p:cNvPicPr/>
          <p:nvPr/>
        </p:nvPicPr>
        <p:blipFill>
          <a:blip r:embed="rId1"/>
          <a:stretch/>
        </p:blipFill>
        <p:spPr>
          <a:xfrm>
            <a:off x="1128600" y="304920"/>
            <a:ext cx="9933840" cy="62478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40ACF54-4CED-455F-B272-552E3F29A630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8912</TotalTime>
  <Application>PPT_Plus/1.0.0.0$Windows_X86_64 LibreOffice_project/</Application>
  <AppVersion>15.0000</AppVersion>
  <Words>38</Words>
  <Paragraphs>24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2023-02-10T08:32:17Z</dcterms:created>
  <dc:creator>Jorge Bernal del Nozal</dc:creator>
  <dc:description/>
  <dc:language>ca-ES</dc:language>
  <cp:lastModifiedBy/>
  <dcterms:modified xsi:type="dcterms:W3CDTF">2026-06-12T23:31:24Z</dcterms:modified>
  <cp:revision>48</cp:revision>
  <dc:subject/>
  <dc:title>Enginyeria del Software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mplianceAssetId">
    <vt:lpwstr/>
  </property>
  <property fmtid="{D5CDD505-2E9C-101B-9397-08002B2CF9AE}" pid="3" name="ContentTypeId">
    <vt:lpwstr>0x01010063BD3DC6F0E81D4FA56575A4B7B24AF5</vt:lpwstr>
  </property>
  <property fmtid="{D5CDD505-2E9C-101B-9397-08002B2CF9AE}" pid="4" name="Order">
    <vt:r8>1700</vt:r8>
  </property>
  <property fmtid="{D5CDD505-2E9C-101B-9397-08002B2CF9AE}" pid="5" name="PresentationFormat">
    <vt:lpwstr>Panorámica</vt:lpwstr>
  </property>
  <property fmtid="{D5CDD505-2E9C-101B-9397-08002B2CF9AE}" pid="6" name="Slides">
    <vt:i4>16</vt:i4>
  </property>
  <property fmtid="{D5CDD505-2E9C-101B-9397-08002B2CF9AE}" pid="7" name="TriggerFlowInfo">
    <vt:lpwstr/>
  </property>
  <property fmtid="{D5CDD505-2E9C-101B-9397-08002B2CF9AE}" pid="8" name="_ExtendedDescription">
    <vt:lpwstr/>
  </property>
</Properties>
</file>