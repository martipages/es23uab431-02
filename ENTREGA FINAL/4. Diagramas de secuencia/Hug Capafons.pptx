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slideLayouts/slideLayout3.xml" ContentType="application/vnd.openxmlformats-officedocument.presentationml.slideLayout+xml"/>
  <Override PartName="/ppt/theme/theme3.xml" ContentType="application/vnd.openxmlformats-officedocument.theme+xml"/>
  <Override PartName="/ppt/slideLayouts/slideLayout4.xml" ContentType="application/vnd.openxmlformats-officedocument.presentationml.slideLayout+xml"/>
  <Override PartName="/ppt/theme/theme4.xml" ContentType="application/vnd.openxmlformats-officedocument.theme+xml"/>
  <Override PartName="/ppt/slideLayouts/slideLayout5.xml" ContentType="application/vnd.openxmlformats-officedocument.presentationml.slideLayout+xml"/>
  <Override PartName="/ppt/theme/theme5.xml" ContentType="application/vnd.openxmlformats-officedocument.theme+xml"/>
  <Override PartName="/ppt/slideLayouts/slideLayout6.xml" ContentType="application/vnd.openxmlformats-officedocument.presentationml.slideLayout+xml"/>
  <Override PartName="/ppt/theme/theme6.xml" ContentType="application/vnd.openxmlformats-officedocument.theme+xml"/>
  <Override PartName="/ppt/slideLayouts/slideLayout7.xml" ContentType="application/vnd.openxmlformats-officedocument.presentationml.slideLayout+xml"/>
  <Override PartName="/ppt/theme/theme7.xml" ContentType="application/vnd.openxmlformats-officedocument.theme+xml"/>
  <Override PartName="/ppt/slideLayouts/slideLayout8.xml" ContentType="application/vnd.openxmlformats-officedocument.presentationml.slideLayout+xml"/>
  <Override PartName="/ppt/theme/theme8.xml" ContentType="application/vnd.openxmlformats-officedocument.theme+xml"/>
  <Override PartName="/ppt/slideLayouts/slideLayout9.xml" ContentType="application/vnd.openxmlformats-officedocument.presentationml.slideLayout+xml"/>
  <Override PartName="/ppt/theme/theme9.xml" ContentType="application/vnd.openxmlformats-officedocument.theme+xml"/>
  <Override PartName="/ppt/slideLayouts/slideLayout10.xml" ContentType="application/vnd.openxmlformats-officedocument.presentationml.slideLayout+xml"/>
  <Override PartName="/ppt/theme/theme10.xml" ContentType="application/vnd.openxmlformats-officedocument.theme+xml"/>
  <Override PartName="/ppt/slideLayouts/slideLayout11.xml" ContentType="application/vnd.openxmlformats-officedocument.presentationml.slideLayout+xml"/>
  <Override PartName="/ppt/theme/theme1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0" r:id="rId2"/>
    <p:sldMasterId id="2147483652" r:id="rId3"/>
    <p:sldMasterId id="2147483654" r:id="rId4"/>
    <p:sldMasterId id="2147483656" r:id="rId5"/>
    <p:sldMasterId id="2147483658" r:id="rId6"/>
    <p:sldMasterId id="2147483660" r:id="rId7"/>
    <p:sldMasterId id="2147483662" r:id="rId8"/>
    <p:sldMasterId id="2147483664" r:id="rId9"/>
    <p:sldMasterId id="2147483666" r:id="rId10"/>
    <p:sldMasterId id="2147483668" r:id="rId11"/>
  </p:sldMasterIdLst>
  <p:sldIdLst>
    <p:sldId id="256" r:id="rId12"/>
    <p:sldId id="257" r:id="rId13"/>
    <p:sldId id="258" r:id="rId14"/>
    <p:sldId id="259" r:id="rId15"/>
    <p:sldId id="260" r:id="rId16"/>
    <p:sldId id="261" r:id="rId17"/>
    <p:sldId id="262" r:id="rId18"/>
    <p:sldId id="263" r:id="rId19"/>
    <p:sldId id="264" r:id="rId20"/>
    <p:sldId id="265" r:id="rId21"/>
    <p:sldId id="266" r:id="rId22"/>
    <p:sldId id="267" r:id="rId23"/>
    <p:sldId id="268" r:id="rId24"/>
    <p:sldId id="269" r:id="rId25"/>
    <p:sldId id="270" r:id="rId26"/>
    <p:sldId id="271" r:id="rId27"/>
  </p:sldIdLst>
  <p:sldSz cx="12192000" cy="6858000"/>
  <p:notesSz cx="7559675" cy="10691813"/>
  <p:defaultTextStyle>
    <a:defPPr>
      <a:defRPr lang="ca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0" d="100"/>
          <a:sy n="70" d="100"/>
        </p:scale>
        <p:origin x="864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Master" Target="slideMasters/slideMaster8.xml"/><Relationship Id="rId13" Type="http://schemas.openxmlformats.org/officeDocument/2006/relationships/slide" Target="slides/slide2.xml"/><Relationship Id="rId18" Type="http://schemas.openxmlformats.org/officeDocument/2006/relationships/slide" Target="slides/slide7.xml"/><Relationship Id="rId26" Type="http://schemas.openxmlformats.org/officeDocument/2006/relationships/slide" Target="slides/slide15.xml"/><Relationship Id="rId3" Type="http://schemas.openxmlformats.org/officeDocument/2006/relationships/slideMaster" Target="slideMasters/slideMaster3.xml"/><Relationship Id="rId21" Type="http://schemas.openxmlformats.org/officeDocument/2006/relationships/slide" Target="slides/slide10.xml"/><Relationship Id="rId7" Type="http://schemas.openxmlformats.org/officeDocument/2006/relationships/slideMaster" Target="slideMasters/slideMaster7.xml"/><Relationship Id="rId12" Type="http://schemas.openxmlformats.org/officeDocument/2006/relationships/slide" Target="slides/slide1.xml"/><Relationship Id="rId17" Type="http://schemas.openxmlformats.org/officeDocument/2006/relationships/slide" Target="slides/slide6.xml"/><Relationship Id="rId25" Type="http://schemas.openxmlformats.org/officeDocument/2006/relationships/slide" Target="slides/slide14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5.xml"/><Relationship Id="rId20" Type="http://schemas.openxmlformats.org/officeDocument/2006/relationships/slide" Target="slides/slide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1" Type="http://schemas.openxmlformats.org/officeDocument/2006/relationships/slideMaster" Target="slideMasters/slideMaster11.xml"/><Relationship Id="rId24" Type="http://schemas.openxmlformats.org/officeDocument/2006/relationships/slide" Target="slides/slide13.xml"/><Relationship Id="rId5" Type="http://schemas.openxmlformats.org/officeDocument/2006/relationships/slideMaster" Target="slideMasters/slideMaster5.xml"/><Relationship Id="rId15" Type="http://schemas.openxmlformats.org/officeDocument/2006/relationships/slide" Target="slides/slide4.xml"/><Relationship Id="rId23" Type="http://schemas.openxmlformats.org/officeDocument/2006/relationships/slide" Target="slides/slide12.xml"/><Relationship Id="rId28" Type="http://schemas.openxmlformats.org/officeDocument/2006/relationships/presProps" Target="presProps.xml"/><Relationship Id="rId10" Type="http://schemas.openxmlformats.org/officeDocument/2006/relationships/slideMaster" Target="slideMasters/slideMaster10.xml"/><Relationship Id="rId19" Type="http://schemas.openxmlformats.org/officeDocument/2006/relationships/slide" Target="slides/slide8.xml"/><Relationship Id="rId31" Type="http://schemas.openxmlformats.org/officeDocument/2006/relationships/tableStyles" Target="tableStyles.xml"/><Relationship Id="rId4" Type="http://schemas.openxmlformats.org/officeDocument/2006/relationships/slideMaster" Target="slideMasters/slideMaster4.xml"/><Relationship Id="rId9" Type="http://schemas.openxmlformats.org/officeDocument/2006/relationships/slideMaster" Target="slideMasters/slideMaster9.xml"/><Relationship Id="rId14" Type="http://schemas.openxmlformats.org/officeDocument/2006/relationships/slide" Target="slides/slide3.xml"/><Relationship Id="rId22" Type="http://schemas.openxmlformats.org/officeDocument/2006/relationships/slide" Target="slides/slide11.xml"/><Relationship Id="rId27" Type="http://schemas.openxmlformats.org/officeDocument/2006/relationships/slide" Target="slides/slide16.xml"/><Relationship Id="rId30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ca-ES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ca-E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71853984-B862-41BC-B26F-2482DF7FAA25}" type="slidenum">
              <a:t>‹#›</a:t>
            </a:fld>
            <a:endParaRPr/>
          </a:p>
        </p:txBody>
      </p:sp>
      <p:sp>
        <p:nvSpPr>
          <p:cNvPr id="2" name="PlaceHolder 5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fld id="{9C187486-0DAC-46DB-8FF7-6FDAF7A83DA9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"/>
          </p:nvPr>
        </p:nvSpPr>
        <p:spPr/>
        <p:txBody>
          <a:bodyPr/>
          <a:lstStyle/>
          <a:p>
            <a:fld id="{FECC4264-D1B9-49AA-8D34-F75E8754983B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ca-ES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ca-E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fld id="{BED3C8D9-0878-435E-8E2D-371274A678AC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4"/>
          </p:nvPr>
        </p:nvSpPr>
        <p:spPr/>
        <p:txBody>
          <a:bodyPr/>
          <a:lstStyle/>
          <a:p>
            <a:fld id="{624D46BD-8E29-40E0-9252-44E28CC76CB3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1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ca-ES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ca-E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ca-E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C4F953C1-DD34-4E7D-9FBC-3038D640F9F3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8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9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0"/>
          </p:nvPr>
        </p:nvSpPr>
        <p:spPr/>
        <p:txBody>
          <a:bodyPr/>
          <a:lstStyle/>
          <a:p>
            <a:fld id="{F76F2C20-EFCE-4B5E-9884-C129B8AA75C9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2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ca-ES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3"/>
          </p:nvPr>
        </p:nvSpPr>
        <p:spPr/>
        <p:txBody>
          <a:bodyPr/>
          <a:lstStyle/>
          <a:p>
            <a:fld id="{01567079-D65F-47BA-B5E6-5600C49DF4BE}" type="slidenum"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2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6"/>
          </p:nvPr>
        </p:nvSpPr>
        <p:spPr/>
        <p:txBody>
          <a:bodyPr/>
          <a:lstStyle/>
          <a:p>
            <a:fld id="{9705C78A-2C02-41B8-B06A-024CDE65BE14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27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8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9"/>
          </p:nvPr>
        </p:nvSpPr>
        <p:spPr/>
        <p:txBody>
          <a:bodyPr/>
          <a:lstStyle/>
          <a:p>
            <a:fld id="{9F7327D2-4A65-4B4D-AF94-68FC52418738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3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2"/>
          </p:nvPr>
        </p:nvSpPr>
        <p:spPr/>
        <p:txBody>
          <a:bodyPr/>
          <a:lstStyle/>
          <a:p>
            <a:fld id="{DE2F2CAE-D5F1-4ABA-8864-DCCDB7AF031C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3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/Relationships>
</file>

<file path=ppt/slideMasters/_rels/slideMaster3.xml.rels><?xml version="1.0" encoding="UTF-8" standalone="yes"?>
<Relationships xmlns="http://schemas.openxmlformats.org/package/2006/relationships"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3.xml"/></Relationships>
</file>

<file path=ppt/slideMasters/_rels/slideMaster4.xml.rels><?xml version="1.0" encoding="UTF-8" standalone="yes"?>
<Relationships xmlns="http://schemas.openxmlformats.org/package/2006/relationships"><Relationship Id="rId2" Type="http://schemas.openxmlformats.org/officeDocument/2006/relationships/theme" Target="../theme/theme4.xml"/><Relationship Id="rId1" Type="http://schemas.openxmlformats.org/officeDocument/2006/relationships/slideLayout" Target="../slideLayouts/slideLayout4.xml"/></Relationships>
</file>

<file path=ppt/slideMasters/_rels/slideMaster5.xml.rels><?xml version="1.0" encoding="UTF-8" standalone="yes"?>
<Relationships xmlns="http://schemas.openxmlformats.org/package/2006/relationships"><Relationship Id="rId2" Type="http://schemas.openxmlformats.org/officeDocument/2006/relationships/theme" Target="../theme/theme5.xml"/><Relationship Id="rId1" Type="http://schemas.openxmlformats.org/officeDocument/2006/relationships/slideLayout" Target="../slideLayouts/slideLayout5.xml"/></Relationships>
</file>

<file path=ppt/slideMasters/_rels/slideMaster6.xml.rels><?xml version="1.0" encoding="UTF-8" standalone="yes"?>
<Relationships xmlns="http://schemas.openxmlformats.org/package/2006/relationships"><Relationship Id="rId2" Type="http://schemas.openxmlformats.org/officeDocument/2006/relationships/theme" Target="../theme/theme6.xml"/><Relationship Id="rId1" Type="http://schemas.openxmlformats.org/officeDocument/2006/relationships/slideLayout" Target="../slideLayouts/slideLayout6.xml"/></Relationships>
</file>

<file path=ppt/slideMasters/_rels/slideMaster7.xml.rels><?xml version="1.0" encoding="UTF-8" standalone="yes"?>
<Relationships xmlns="http://schemas.openxmlformats.org/package/2006/relationships"><Relationship Id="rId2" Type="http://schemas.openxmlformats.org/officeDocument/2006/relationships/theme" Target="../theme/theme7.xml"/><Relationship Id="rId1" Type="http://schemas.openxmlformats.org/officeDocument/2006/relationships/slideLayout" Target="../slideLayouts/slideLayout7.xml"/></Relationships>
</file>

<file path=ppt/slideMasters/_rels/slideMaster8.xml.rels><?xml version="1.0" encoding="UTF-8" standalone="yes"?>
<Relationships xmlns="http://schemas.openxmlformats.org/package/2006/relationships"><Relationship Id="rId2" Type="http://schemas.openxmlformats.org/officeDocument/2006/relationships/theme" Target="../theme/theme8.xml"/><Relationship Id="rId1" Type="http://schemas.openxmlformats.org/officeDocument/2006/relationships/slideLayout" Target="../slideLayouts/slideLayout8.xml"/></Relationships>
</file>

<file path=ppt/slideMasters/_rels/slideMaster9.xml.rels><?xml version="1.0" encoding="UTF-8" standalone="yes"?>
<Relationships xmlns="http://schemas.openxmlformats.org/package/2006/relationships"><Relationship Id="rId2" Type="http://schemas.openxmlformats.org/officeDocument/2006/relationships/theme" Target="../theme/theme9.xml"/><Relationship Id="rId1" Type="http://schemas.openxmlformats.org/officeDocument/2006/relationships/slideLayout" Target="../slideLayouts/slideLayout9.xml"/></Relationships>
</file>

<file path=ppt/slideMasters/_rels/slideMaster10.xml.rels><?xml version="1.0" encoding="UTF-8" standalone="yes"?>
<Relationships xmlns="http://schemas.openxmlformats.org/package/2006/relationships"><Relationship Id="rId2" Type="http://schemas.openxmlformats.org/officeDocument/2006/relationships/theme" Target="../theme/theme10.xml"/><Relationship Id="rId1" Type="http://schemas.openxmlformats.org/officeDocument/2006/relationships/slideLayout" Target="../slideLayouts/slideLayout10.xml"/></Relationships>
</file>

<file path=ppt/slideMasters/_rels/slideMaster1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1.xml"/><Relationship Id="rId1" Type="http://schemas.openxmlformats.org/officeDocument/2006/relationships/slideLayout" Target="../slideLayouts/slideLayout1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7"/>
          <p:cNvSpPr/>
          <p:nvPr/>
        </p:nvSpPr>
        <p:spPr>
          <a:xfrm rot="5400000">
            <a:off x="858240" y="345960"/>
            <a:ext cx="145440" cy="7034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1800" b="0" strike="noStrike" spc="-1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7" name="Rectangle 9"/>
          <p:cNvSpPr/>
          <p:nvPr/>
        </p:nvSpPr>
        <p:spPr>
          <a:xfrm flipV="1">
            <a:off x="578520" y="4499640"/>
            <a:ext cx="11034000" cy="17640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-26640" rIns="90000" bIns="-266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1800" b="0" strike="noStrike" spc="-1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ca-ES" sz="18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ca-E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ca-E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>
          <a:xfrm>
            <a:off x="88696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Neue Haas Grotesk Text Pro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7BB5EA5-04EE-45EF-9FB4-18CB2CDF2DC7}" type="slidenum"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Neue Haas Grotesk Text Pro"/>
              </a:rPr>
              <a:t>‹#›</a:t>
            </a:fld>
            <a:endParaRPr lang="ca-E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>
          <a:xfrm>
            <a:off x="57600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ca-E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ca-ES" sz="1400" b="0" strike="noStrike" spc="-1">
                <a:solidFill>
                  <a:srgbClr val="000000"/>
                </a:solidFill>
                <a:latin typeface="Times New Roman"/>
              </a:rPr>
              <a:t>&lt;date/time&gt;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ca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ftr" idx="4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ca-E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ca-E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9" name="PlaceHolder 2"/>
          <p:cNvSpPr>
            <a:spLocks noGrp="1"/>
          </p:cNvSpPr>
          <p:nvPr>
            <p:ph type="sldNum" idx="5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Neue Haas Grotesk Text Pro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B24219D-4211-4AFF-93EC-CA5911B02DF8}" type="slidenum"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Neue Haas Grotesk Text Pro"/>
              </a:rPr>
              <a:t>‹#›</a:t>
            </a:fld>
            <a:endParaRPr lang="ca-E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dt" idx="6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ca-E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ca-ES" sz="1400" b="0" strike="noStrike" spc="-1">
                <a:solidFill>
                  <a:srgbClr val="000000"/>
                </a:solidFill>
                <a:latin typeface="Times New Roman"/>
              </a:rPr>
              <a:t>&lt;date/time&gt;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ca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ftr" idx="7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ca-E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ca-E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12" name="PlaceHolder 2"/>
          <p:cNvSpPr>
            <a:spLocks noGrp="1"/>
          </p:cNvSpPr>
          <p:nvPr>
            <p:ph type="sldNum" idx="8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Neue Haas Grotesk Text Pro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A45192B-F404-4E15-BF98-43787F978CF8}" type="slidenum"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Neue Haas Grotesk Text Pro"/>
              </a:rPr>
              <a:t>‹#›</a:t>
            </a:fld>
            <a:endParaRPr lang="ca-E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9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ca-E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ca-ES" sz="1400" b="0" strike="noStrike" spc="-1">
                <a:solidFill>
                  <a:srgbClr val="000000"/>
                </a:solidFill>
                <a:latin typeface="Times New Roman"/>
              </a:rPr>
              <a:t>&lt;date/time&gt;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3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ca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7"/>
          <p:cNvSpPr/>
          <p:nvPr/>
        </p:nvSpPr>
        <p:spPr>
          <a:xfrm>
            <a:off x="558360" y="0"/>
            <a:ext cx="11166840" cy="2018160"/>
          </a:xfrm>
          <a:prstGeom prst="rect">
            <a:avLst/>
          </a:prstGeom>
          <a:ln w="9525">
            <a:solidFill>
              <a:srgbClr val="F0E5E5"/>
            </a:solidFill>
          </a:ln>
          <a:effectLst>
            <a:outerShdw blurRad="50760" dist="37674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1800" b="0" strike="noStrike" spc="-1">
              <a:solidFill>
                <a:srgbClr val="FFFFFF"/>
              </a:solidFill>
              <a:latin typeface="Calibri"/>
            </a:endParaRPr>
          </a:p>
        </p:txBody>
      </p:sp>
      <p:sp useBgFill="1">
        <p:nvSpPr>
          <p:cNvPr id="15" name="Rectangle 9"/>
          <p:cNvSpPr/>
          <p:nvPr/>
        </p:nvSpPr>
        <p:spPr>
          <a:xfrm>
            <a:off x="567000" y="0"/>
            <a:ext cx="11154960" cy="2010960"/>
          </a:xfrm>
          <a:prstGeom prst="rect">
            <a:avLst/>
          </a:prstGeom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1800" b="0" strike="noStrike" spc="-1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6" name="Rectangle 11"/>
          <p:cNvSpPr/>
          <p:nvPr/>
        </p:nvSpPr>
        <p:spPr>
          <a:xfrm>
            <a:off x="498960" y="787320"/>
            <a:ext cx="127440" cy="7034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1800" b="0" strike="noStrike" spc="-1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ca-ES" sz="18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6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ca-E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ca-E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ca-E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ca-E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ca-E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ca-E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ca-E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19" name="PlaceHolder 3"/>
          <p:cNvSpPr>
            <a:spLocks noGrp="1"/>
          </p:cNvSpPr>
          <p:nvPr>
            <p:ph type="ftr" idx="10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ca-E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ca-E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20" name="PlaceHolder 4"/>
          <p:cNvSpPr>
            <a:spLocks noGrp="1"/>
          </p:cNvSpPr>
          <p:nvPr>
            <p:ph type="sldNum" idx="11"/>
          </p:nvPr>
        </p:nvSpPr>
        <p:spPr>
          <a:xfrm>
            <a:off x="854064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Neue Haas Grotesk Text Pro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A0F94CD-25D3-424A-981A-2686162817B0}" type="slidenum"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Neue Haas Grotesk Text Pro"/>
              </a:rPr>
              <a:t>‹#›</a:t>
            </a:fld>
            <a:endParaRPr lang="ca-E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dt" idx="12"/>
          </p:nvPr>
        </p:nvSpPr>
        <p:spPr>
          <a:xfrm>
            <a:off x="111564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ca-E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ca-ES" sz="1400" b="0" strike="noStrike" spc="-1">
                <a:solidFill>
                  <a:srgbClr val="000000"/>
                </a:solidFill>
                <a:latin typeface="Times New Roman"/>
              </a:rPr>
              <a:t>&lt;date/time&gt;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ca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7"/>
          <p:cNvSpPr/>
          <p:nvPr/>
        </p:nvSpPr>
        <p:spPr>
          <a:xfrm>
            <a:off x="558360" y="4981320"/>
            <a:ext cx="11134080" cy="822240"/>
          </a:xfrm>
          <a:prstGeom prst="rect">
            <a:avLst/>
          </a:prstGeom>
          <a:ln>
            <a:solidFill>
              <a:srgbClr val="F0E5E5"/>
            </a:solidFill>
          </a:ln>
          <a:effectLst>
            <a:outerShdw blurRad="50760" dist="37674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1800" b="0" strike="noStrike" spc="-1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25" name="Rectangle 9"/>
          <p:cNvSpPr/>
          <p:nvPr/>
        </p:nvSpPr>
        <p:spPr>
          <a:xfrm>
            <a:off x="498960" y="5118480"/>
            <a:ext cx="145440" cy="5479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1800" b="0" strike="noStrike" spc="-1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26" name="PlaceHolder 1"/>
          <p:cNvSpPr>
            <a:spLocks noGrp="1"/>
          </p:cNvSpPr>
          <p:nvPr>
            <p:ph type="ftr" idx="13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ca-E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ca-E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27" name="PlaceHolder 2"/>
          <p:cNvSpPr>
            <a:spLocks noGrp="1"/>
          </p:cNvSpPr>
          <p:nvPr>
            <p:ph type="sldNum" idx="14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Neue Haas Grotesk Text Pro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117C45B-5EE0-407D-9DF8-FBB6B8103C5F}" type="slidenum"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Neue Haas Grotesk Text Pro"/>
              </a:rPr>
              <a:t>‹#›</a:t>
            </a:fld>
            <a:endParaRPr lang="ca-E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dt" idx="15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ca-E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ca-ES" sz="1400" b="0" strike="noStrike" spc="-1">
                <a:solidFill>
                  <a:srgbClr val="000000"/>
                </a:solidFill>
                <a:latin typeface="Times New Roman"/>
              </a:rPr>
              <a:t>&lt;date/time&gt;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ca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 8"/>
          <p:cNvSpPr/>
          <p:nvPr/>
        </p:nvSpPr>
        <p:spPr>
          <a:xfrm>
            <a:off x="558360" y="0"/>
            <a:ext cx="11166840" cy="2018160"/>
          </a:xfrm>
          <a:prstGeom prst="rect">
            <a:avLst/>
          </a:prstGeom>
          <a:ln w="9525">
            <a:solidFill>
              <a:srgbClr val="F0E5E5"/>
            </a:solidFill>
          </a:ln>
          <a:effectLst>
            <a:outerShdw blurRad="50760" dist="37674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1800" b="0" strike="noStrike" spc="-1">
              <a:solidFill>
                <a:srgbClr val="FFFFFF"/>
              </a:solidFill>
              <a:latin typeface="Calibri"/>
            </a:endParaRPr>
          </a:p>
        </p:txBody>
      </p:sp>
      <p:sp useBgFill="1">
        <p:nvSpPr>
          <p:cNvPr id="30" name="Rectangle 10"/>
          <p:cNvSpPr/>
          <p:nvPr/>
        </p:nvSpPr>
        <p:spPr>
          <a:xfrm>
            <a:off x="567000" y="0"/>
            <a:ext cx="11154960" cy="2010960"/>
          </a:xfrm>
          <a:prstGeom prst="rect">
            <a:avLst/>
          </a:prstGeom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1800" b="0" strike="noStrike" spc="-1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31" name="Rectangle 12"/>
          <p:cNvSpPr/>
          <p:nvPr/>
        </p:nvSpPr>
        <p:spPr>
          <a:xfrm>
            <a:off x="498960" y="787320"/>
            <a:ext cx="127440" cy="7034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1800" b="0" strike="noStrike" spc="-1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ca-ES" sz="18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920" cy="3976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ca-E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ca-E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ca-E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ca-E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ca-E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ca-E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ca-E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920" cy="3976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ca-E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ca-E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ca-E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ca-E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ca-E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ca-E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ca-E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35" name="PlaceHolder 4"/>
          <p:cNvSpPr>
            <a:spLocks noGrp="1"/>
          </p:cNvSpPr>
          <p:nvPr>
            <p:ph type="ftr" idx="16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ca-E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ca-E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36" name="PlaceHolder 5"/>
          <p:cNvSpPr>
            <a:spLocks noGrp="1"/>
          </p:cNvSpPr>
          <p:nvPr>
            <p:ph type="sldNum" idx="17"/>
          </p:nvPr>
        </p:nvSpPr>
        <p:spPr>
          <a:xfrm>
            <a:off x="854064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Neue Haas Grotesk Text Pro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3F42BCA-D4BD-4453-8EC3-1D17D9F555C1}" type="slidenum"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Neue Haas Grotesk Text Pro"/>
              </a:rPr>
              <a:t>‹#›</a:t>
            </a:fld>
            <a:endParaRPr lang="ca-E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 type="dt" idx="18"/>
          </p:nvPr>
        </p:nvSpPr>
        <p:spPr>
          <a:xfrm>
            <a:off x="111564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ca-E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ca-ES" sz="1400" b="0" strike="noStrike" spc="-1">
                <a:solidFill>
                  <a:srgbClr val="000000"/>
                </a:solidFill>
                <a:latin typeface="Times New Roman"/>
              </a:rPr>
              <a:t>&lt;date/time&gt;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ca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1" name="Rectangle 10"/>
          <p:cNvSpPr/>
          <p:nvPr/>
        </p:nvSpPr>
        <p:spPr>
          <a:xfrm>
            <a:off x="558360" y="0"/>
            <a:ext cx="11166840" cy="2018160"/>
          </a:xfrm>
          <a:prstGeom prst="rect">
            <a:avLst/>
          </a:prstGeom>
          <a:ln w="9525">
            <a:solidFill>
              <a:srgbClr val="F0E5E5"/>
            </a:solidFill>
          </a:ln>
          <a:effectLst>
            <a:outerShdw blurRad="50760" dist="37674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1800" b="0" strike="noStrike" spc="-1">
              <a:solidFill>
                <a:srgbClr val="FFFFFF"/>
              </a:solidFill>
              <a:latin typeface="Calibri"/>
            </a:endParaRPr>
          </a:p>
        </p:txBody>
      </p:sp>
      <p:sp useBgFill="1">
        <p:nvSpPr>
          <p:cNvPr id="42" name="Rectangle 12"/>
          <p:cNvSpPr/>
          <p:nvPr/>
        </p:nvSpPr>
        <p:spPr>
          <a:xfrm>
            <a:off x="567000" y="0"/>
            <a:ext cx="11154960" cy="2010960"/>
          </a:xfrm>
          <a:prstGeom prst="rect">
            <a:avLst/>
          </a:prstGeom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1800" b="0" strike="noStrike" spc="-1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43" name="Rectangle 14"/>
          <p:cNvSpPr/>
          <p:nvPr/>
        </p:nvSpPr>
        <p:spPr>
          <a:xfrm>
            <a:off x="498960" y="787320"/>
            <a:ext cx="127440" cy="7034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1800" b="0" strike="noStrike" spc="-1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44" name="PlaceHolder 1"/>
          <p:cNvSpPr>
            <a:spLocks noGrp="1"/>
          </p:cNvSpPr>
          <p:nvPr>
            <p:ph type="ftr" idx="19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ca-E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ca-E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45" name="PlaceHolder 2"/>
          <p:cNvSpPr>
            <a:spLocks noGrp="1"/>
          </p:cNvSpPr>
          <p:nvPr>
            <p:ph type="sldNum" idx="20"/>
          </p:nvPr>
        </p:nvSpPr>
        <p:spPr>
          <a:xfrm>
            <a:off x="854064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Neue Haas Grotesk Text Pro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25DA983-3AAC-42FA-A19D-310462EA7E5A}" type="slidenum"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Neue Haas Grotesk Text Pro"/>
              </a:rPr>
              <a:t>‹#›</a:t>
            </a:fld>
            <a:endParaRPr lang="ca-E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dt" idx="21"/>
          </p:nvPr>
        </p:nvSpPr>
        <p:spPr>
          <a:xfrm>
            <a:off x="111564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ca-E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ca-ES" sz="1400" b="0" strike="noStrike" spc="-1">
                <a:solidFill>
                  <a:srgbClr val="000000"/>
                </a:solidFill>
                <a:latin typeface="Times New Roman"/>
              </a:rPr>
              <a:t>&lt;date/time&gt;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ca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7" name="Rectangle 6"/>
          <p:cNvSpPr/>
          <p:nvPr/>
        </p:nvSpPr>
        <p:spPr>
          <a:xfrm>
            <a:off x="666000" y="1533600"/>
            <a:ext cx="10916280" cy="3790080"/>
          </a:xfrm>
          <a:prstGeom prst="rect">
            <a:avLst/>
          </a:prstGeom>
          <a:ln>
            <a:solidFill>
              <a:srgbClr val="F0E5E5"/>
            </a:solidFill>
          </a:ln>
          <a:effectLst>
            <a:outerShdw blurRad="50760" dist="37674" dir="2700000" algn="tl" rotWithShape="0">
              <a:schemeClr val="bg2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1800" b="0" strike="noStrike" spc="-1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48" name="Rectangle 8"/>
          <p:cNvSpPr/>
          <p:nvPr/>
        </p:nvSpPr>
        <p:spPr>
          <a:xfrm>
            <a:off x="609120" y="2971800"/>
            <a:ext cx="127440" cy="9136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1800" b="0" strike="noStrike" spc="-1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ca-ES" sz="18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50" name="PlaceHolder 2"/>
          <p:cNvSpPr>
            <a:spLocks noGrp="1"/>
          </p:cNvSpPr>
          <p:nvPr>
            <p:ph type="ftr" idx="22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ca-E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ca-E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51" name="PlaceHolder 3"/>
          <p:cNvSpPr>
            <a:spLocks noGrp="1"/>
          </p:cNvSpPr>
          <p:nvPr>
            <p:ph type="sldNum" idx="23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Neue Haas Grotesk Text Pro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732C455-79E8-42F3-8395-6DC9503EA27A}" type="slidenum"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Neue Haas Grotesk Text Pro"/>
              </a:rPr>
              <a:t>‹#›</a:t>
            </a:fld>
            <a:endParaRPr lang="ca-E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dt" idx="24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ca-E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ca-ES" sz="1400" b="0" strike="noStrike" spc="-1">
                <a:solidFill>
                  <a:srgbClr val="000000"/>
                </a:solidFill>
                <a:latin typeface="Times New Roman"/>
              </a:rPr>
              <a:t>&lt;date/time&gt;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ca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ftr" idx="25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ca-E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ca-E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55" name="PlaceHolder 2"/>
          <p:cNvSpPr>
            <a:spLocks noGrp="1"/>
          </p:cNvSpPr>
          <p:nvPr>
            <p:ph type="sldNum" idx="26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Neue Haas Grotesk Text Pro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26F2372-4051-4671-B6CF-BF15749DFE16}" type="slidenum"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Neue Haas Grotesk Text Pro"/>
              </a:rPr>
              <a:t>‹#›</a:t>
            </a:fld>
            <a:endParaRPr lang="ca-E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 type="dt" idx="27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ca-E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ca-ES" sz="1400" b="0" strike="noStrike" spc="-1">
                <a:solidFill>
                  <a:srgbClr val="000000"/>
                </a:solidFill>
                <a:latin typeface="Times New Roman"/>
              </a:rPr>
              <a:t>&lt;date/time&gt;</a:t>
            </a:r>
          </a:p>
        </p:txBody>
      </p:sp>
      <p:sp>
        <p:nvSpPr>
          <p:cNvPr id="57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r>
              <a:rPr lang="ca-ES" sz="44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58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ca-ES" sz="32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ca-ES" sz="2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ca-ES" sz="24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ca-ES" sz="2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ca-E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ca-E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ca-E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ca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9" name="Rectangle 8"/>
          <p:cNvSpPr/>
          <p:nvPr/>
        </p:nvSpPr>
        <p:spPr>
          <a:xfrm>
            <a:off x="558360" y="1162080"/>
            <a:ext cx="3740040" cy="4642560"/>
          </a:xfrm>
          <a:prstGeom prst="rect">
            <a:avLst/>
          </a:prstGeom>
          <a:ln>
            <a:solidFill>
              <a:srgbClr val="F0E5E5"/>
            </a:solidFill>
          </a:ln>
          <a:effectLst>
            <a:outerShdw blurRad="50760" dist="37674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1800" b="0" strike="noStrike" spc="-1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60" name="Rectangle 10"/>
          <p:cNvSpPr/>
          <p:nvPr/>
        </p:nvSpPr>
        <p:spPr>
          <a:xfrm>
            <a:off x="498960" y="1618200"/>
            <a:ext cx="145440" cy="8222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1800" b="0" strike="noStrike" spc="-1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61" name="PlaceHolder 1"/>
          <p:cNvSpPr>
            <a:spLocks noGrp="1"/>
          </p:cNvSpPr>
          <p:nvPr>
            <p:ph type="ftr" idx="28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ca-E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ca-E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62" name="PlaceHolder 2"/>
          <p:cNvSpPr>
            <a:spLocks noGrp="1"/>
          </p:cNvSpPr>
          <p:nvPr>
            <p:ph type="sldNum" idx="29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Neue Haas Grotesk Text Pro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CDA299E-CF92-4AC9-AFB5-8DEF2768649D}" type="slidenum"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Neue Haas Grotesk Text Pro"/>
              </a:rPr>
              <a:t>‹#›</a:t>
            </a:fld>
            <a:endParaRPr lang="ca-E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" name="PlaceHolder 3"/>
          <p:cNvSpPr>
            <a:spLocks noGrp="1"/>
          </p:cNvSpPr>
          <p:nvPr>
            <p:ph type="dt" idx="30"/>
          </p:nvPr>
        </p:nvSpPr>
        <p:spPr>
          <a:xfrm>
            <a:off x="8686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ca-E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ca-ES" sz="1400" b="0" strike="noStrike" spc="-1">
                <a:solidFill>
                  <a:srgbClr val="000000"/>
                </a:solidFill>
                <a:latin typeface="Times New Roman"/>
              </a:rPr>
              <a:t>&lt;date/time&gt;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ca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4" name="Rectangle 8"/>
          <p:cNvSpPr/>
          <p:nvPr/>
        </p:nvSpPr>
        <p:spPr>
          <a:xfrm>
            <a:off x="558360" y="1162080"/>
            <a:ext cx="3740040" cy="4642560"/>
          </a:xfrm>
          <a:prstGeom prst="rect">
            <a:avLst/>
          </a:prstGeom>
          <a:ln>
            <a:solidFill>
              <a:srgbClr val="F0E5E5"/>
            </a:solidFill>
          </a:ln>
          <a:effectLst>
            <a:outerShdw blurRad="50760" dist="37674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1800" b="0" strike="noStrike" spc="-1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65" name="Rectangle 10"/>
          <p:cNvSpPr/>
          <p:nvPr/>
        </p:nvSpPr>
        <p:spPr>
          <a:xfrm>
            <a:off x="498960" y="1618200"/>
            <a:ext cx="145440" cy="8222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1800" b="0" strike="noStrike" spc="-1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66" name="PlaceHolder 1"/>
          <p:cNvSpPr>
            <a:spLocks noGrp="1"/>
          </p:cNvSpPr>
          <p:nvPr>
            <p:ph type="ftr" idx="31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ca-E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ca-E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67" name="PlaceHolder 2"/>
          <p:cNvSpPr>
            <a:spLocks noGrp="1"/>
          </p:cNvSpPr>
          <p:nvPr>
            <p:ph type="sldNum" idx="32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Neue Haas Grotesk Text Pro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19BCB67-8667-4C18-87BA-1110C0A7544B}" type="slidenum"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Neue Haas Grotesk Text Pro"/>
              </a:rPr>
              <a:t>‹#›</a:t>
            </a:fld>
            <a:endParaRPr lang="ca-E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" name="PlaceHolder 3"/>
          <p:cNvSpPr>
            <a:spLocks noGrp="1"/>
          </p:cNvSpPr>
          <p:nvPr>
            <p:ph type="dt" idx="33"/>
          </p:nvPr>
        </p:nvSpPr>
        <p:spPr>
          <a:xfrm>
            <a:off x="8686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ca-E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ca-ES" sz="1400" b="0" strike="noStrike" spc="-1">
                <a:solidFill>
                  <a:srgbClr val="000000"/>
                </a:solidFill>
                <a:latin typeface="Times New Roman"/>
              </a:rPr>
              <a:t>&lt;date/time&gt;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ca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9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/>
          <p:cNvSpPr>
            <a:spLocks noGrp="1"/>
          </p:cNvSpPr>
          <p:nvPr>
            <p:ph type="title"/>
          </p:nvPr>
        </p:nvSpPr>
        <p:spPr>
          <a:xfrm>
            <a:off x="1115640" y="548640"/>
            <a:ext cx="10167480" cy="1179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ca-ES" sz="4000" b="1" strike="noStrike" spc="-1">
                <a:solidFill>
                  <a:schemeClr val="dk1"/>
                </a:solidFill>
                <a:latin typeface="Neue Haas Grotesk Text Pro"/>
              </a:rPr>
              <a:t>Consultar comandes prèvies</a:t>
            </a:r>
            <a:endParaRPr lang="ca-ES" sz="40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70" name="Imagen 4"/>
          <p:cNvPicPr/>
          <p:nvPr/>
        </p:nvPicPr>
        <p:blipFill>
          <a:blip r:embed="rId2"/>
          <a:stretch/>
        </p:blipFill>
        <p:spPr>
          <a:xfrm>
            <a:off x="3143520" y="2231280"/>
            <a:ext cx="5835600" cy="4132800"/>
          </a:xfrm>
          <a:prstGeom prst="rect">
            <a:avLst/>
          </a:prstGeom>
          <a:ln w="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fld id="{B9BA024E-34A2-4F59-A2ED-111F21ABBE3E}" type="slidenum">
              <a:rPr/>
              <a:t>1</a:t>
            </a:fld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CuadroTexto 13"/>
          <p:cNvSpPr/>
          <p:nvPr/>
        </p:nvSpPr>
        <p:spPr>
          <a:xfrm>
            <a:off x="428760" y="2198880"/>
            <a:ext cx="11265480" cy="645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endParaRPr lang="ca-ES" sz="1800" b="0" strike="noStrike" spc="-1">
              <a:solidFill>
                <a:srgbClr val="000000"/>
              </a:solidFill>
              <a:latin typeface="Arial"/>
            </a:endParaRPr>
          </a:p>
          <a:p>
            <a:pPr algn="just" defTabSz="914400">
              <a:lnSpc>
                <a:spcPct val="100000"/>
              </a:lnSpc>
            </a:pPr>
            <a:endParaRPr lang="ca-E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PlaceHolder 1"/>
          <p:cNvSpPr>
            <a:spLocks noGrp="1"/>
          </p:cNvSpPr>
          <p:nvPr>
            <p:ph type="sldNum" idx="26"/>
          </p:nvPr>
        </p:nvSpPr>
        <p:spPr/>
        <p:txBody>
          <a:bodyPr/>
          <a:lstStyle/>
          <a:p>
            <a:fld id="{6945D5E4-4F06-42BA-938D-A6DE7916110D}" type="slidenum">
              <a:rPr/>
              <a:t>2</a:t>
            </a:fld>
            <a:endParaRPr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5303187-6739-D61D-B72F-A1679AF8E0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68979" y="840308"/>
            <a:ext cx="9454041" cy="493686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1115640" y="548640"/>
            <a:ext cx="10167480" cy="1179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ca-ES" sz="4000" b="1" strike="noStrike" spc="-1">
                <a:solidFill>
                  <a:schemeClr val="dk1"/>
                </a:solidFill>
                <a:latin typeface="Neue Haas Grotesk Text Pro"/>
              </a:rPr>
              <a:t>Fer pagament</a:t>
            </a:r>
            <a:endParaRPr lang="ca-ES" sz="40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74" name="Imagen 5"/>
          <p:cNvPicPr/>
          <p:nvPr/>
        </p:nvPicPr>
        <p:blipFill>
          <a:blip r:embed="rId2"/>
          <a:stretch/>
        </p:blipFill>
        <p:spPr>
          <a:xfrm>
            <a:off x="3651480" y="2301120"/>
            <a:ext cx="4743360" cy="4419360"/>
          </a:xfrm>
          <a:prstGeom prst="rect">
            <a:avLst/>
          </a:prstGeom>
          <a:ln w="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fld id="{E6E311C3-622B-47F5-BB68-9AFDCFB73832}" type="slidenum">
              <a:rPr/>
              <a:t>3</a:t>
            </a:fld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CuadroTexto 13"/>
          <p:cNvSpPr/>
          <p:nvPr/>
        </p:nvSpPr>
        <p:spPr>
          <a:xfrm>
            <a:off x="428760" y="2198880"/>
            <a:ext cx="11265480" cy="645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endParaRPr lang="ca-ES" sz="1800" b="0" strike="noStrike" spc="-1">
              <a:solidFill>
                <a:srgbClr val="000000"/>
              </a:solidFill>
              <a:latin typeface="Arial"/>
            </a:endParaRPr>
          </a:p>
          <a:p>
            <a:pPr algn="just" defTabSz="914400">
              <a:lnSpc>
                <a:spcPct val="100000"/>
              </a:lnSpc>
            </a:pPr>
            <a:endParaRPr lang="ca-E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PlaceHolder 1"/>
          <p:cNvSpPr>
            <a:spLocks noGrp="1"/>
          </p:cNvSpPr>
          <p:nvPr>
            <p:ph type="sldNum" idx="26"/>
          </p:nvPr>
        </p:nvSpPr>
        <p:spPr/>
        <p:txBody>
          <a:bodyPr/>
          <a:lstStyle/>
          <a:p>
            <a:fld id="{581AA9B2-26FC-453C-8D12-F8FCCDA26A4A}" type="slidenum">
              <a:rPr/>
              <a:t>4</a:t>
            </a:fld>
            <a:endParaRPr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5F98CBE-6DC9-4A14-BC22-1620477D694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5186"/>
            <a:ext cx="12192000" cy="598762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PlaceHolder 1"/>
          <p:cNvSpPr>
            <a:spLocks noGrp="1"/>
          </p:cNvSpPr>
          <p:nvPr>
            <p:ph type="title"/>
          </p:nvPr>
        </p:nvSpPr>
        <p:spPr>
          <a:xfrm>
            <a:off x="1115640" y="548640"/>
            <a:ext cx="10167480" cy="1179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ca-ES" sz="4000" b="1" strike="noStrike" spc="-1">
                <a:solidFill>
                  <a:schemeClr val="dk1"/>
                </a:solidFill>
                <a:latin typeface="Neue Haas Grotesk Text Pro"/>
              </a:rPr>
              <a:t>Proposar plats</a:t>
            </a:r>
            <a:endParaRPr lang="ca-ES" sz="40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78" name="Imagen 4"/>
          <p:cNvPicPr/>
          <p:nvPr/>
        </p:nvPicPr>
        <p:blipFill>
          <a:blip r:embed="rId2"/>
          <a:stretch/>
        </p:blipFill>
        <p:spPr>
          <a:xfrm>
            <a:off x="3694320" y="2328120"/>
            <a:ext cx="4734000" cy="4209840"/>
          </a:xfrm>
          <a:prstGeom prst="rect">
            <a:avLst/>
          </a:prstGeom>
          <a:ln w="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fld id="{26B878B6-CFCE-486F-BB60-4690F1386015}" type="slidenum">
              <a:rPr/>
              <a:t>5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CuadroTexto 13"/>
          <p:cNvSpPr/>
          <p:nvPr/>
        </p:nvSpPr>
        <p:spPr>
          <a:xfrm>
            <a:off x="428760" y="2198880"/>
            <a:ext cx="11265480" cy="645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endParaRPr lang="ca-ES" sz="1800" b="0" strike="noStrike" spc="-1">
              <a:solidFill>
                <a:srgbClr val="000000"/>
              </a:solidFill>
              <a:latin typeface="Arial"/>
            </a:endParaRPr>
          </a:p>
          <a:p>
            <a:pPr algn="just" defTabSz="914400">
              <a:lnSpc>
                <a:spcPct val="100000"/>
              </a:lnSpc>
            </a:pPr>
            <a:endParaRPr lang="ca-E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PlaceHolder 1"/>
          <p:cNvSpPr>
            <a:spLocks noGrp="1"/>
          </p:cNvSpPr>
          <p:nvPr>
            <p:ph type="sldNum" idx="26"/>
          </p:nvPr>
        </p:nvSpPr>
        <p:spPr/>
        <p:txBody>
          <a:bodyPr/>
          <a:lstStyle/>
          <a:p>
            <a:fld id="{5F6B5C1C-BF67-4BF5-A74E-1AD632CC35D2}" type="slidenum">
              <a:rPr/>
              <a:t>6</a:t>
            </a:fld>
            <a:endParaRPr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0F85B80-E6EF-A486-29E3-947CFA45CF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979" y="0"/>
            <a:ext cx="1131604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PlaceHolder 1"/>
          <p:cNvSpPr>
            <a:spLocks noGrp="1"/>
          </p:cNvSpPr>
          <p:nvPr>
            <p:ph type="title"/>
          </p:nvPr>
        </p:nvSpPr>
        <p:spPr>
          <a:xfrm>
            <a:off x="1115640" y="548640"/>
            <a:ext cx="10167480" cy="1179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ca-ES" sz="4000" b="1" strike="noStrike" spc="-1">
                <a:solidFill>
                  <a:schemeClr val="dk1"/>
                </a:solidFill>
                <a:latin typeface="Neue Haas Grotesk Text Pro"/>
              </a:rPr>
              <a:t>Repetir comandes prèvies</a:t>
            </a:r>
            <a:endParaRPr lang="ca-ES" sz="40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82" name="Imagen 4"/>
          <p:cNvPicPr/>
          <p:nvPr/>
        </p:nvPicPr>
        <p:blipFill>
          <a:blip r:embed="rId2"/>
          <a:stretch/>
        </p:blipFill>
        <p:spPr>
          <a:xfrm>
            <a:off x="3235680" y="2116080"/>
            <a:ext cx="5651640" cy="4741200"/>
          </a:xfrm>
          <a:prstGeom prst="rect">
            <a:avLst/>
          </a:prstGeom>
          <a:ln w="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fld id="{208AA509-3C6E-466D-9E4C-CC5B547D557D}" type="slidenum">
              <a:rPr/>
              <a:t>7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CuadroTexto 13"/>
          <p:cNvSpPr/>
          <p:nvPr/>
        </p:nvSpPr>
        <p:spPr>
          <a:xfrm>
            <a:off x="428760" y="2198880"/>
            <a:ext cx="11265480" cy="645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endParaRPr lang="ca-ES" sz="1800" b="0" strike="noStrike" spc="-1">
              <a:solidFill>
                <a:srgbClr val="000000"/>
              </a:solidFill>
              <a:latin typeface="Arial"/>
            </a:endParaRPr>
          </a:p>
          <a:p>
            <a:pPr algn="just" defTabSz="914400">
              <a:lnSpc>
                <a:spcPct val="100000"/>
              </a:lnSpc>
            </a:pPr>
            <a:endParaRPr lang="ca-E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PlaceHolder 1"/>
          <p:cNvSpPr>
            <a:spLocks noGrp="1"/>
          </p:cNvSpPr>
          <p:nvPr>
            <p:ph type="sldNum" idx="26"/>
          </p:nvPr>
        </p:nvSpPr>
        <p:spPr/>
        <p:txBody>
          <a:bodyPr/>
          <a:lstStyle/>
          <a:p>
            <a:fld id="{C9FD6B97-0C0F-486D-B9B2-6BA022CFB3AA}" type="slidenum">
              <a:rPr/>
              <a:t>8</a:t>
            </a:fld>
            <a:endParaRPr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A496D3A-B279-6B27-1962-58384781EE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5011" y="206600"/>
            <a:ext cx="9281978" cy="644479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PlaceHolder 1"/>
          <p:cNvSpPr>
            <a:spLocks noGrp="1"/>
          </p:cNvSpPr>
          <p:nvPr>
            <p:ph type="title"/>
          </p:nvPr>
        </p:nvSpPr>
        <p:spPr>
          <a:xfrm>
            <a:off x="1115640" y="548640"/>
            <a:ext cx="10167480" cy="1179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ca-ES" sz="4000" b="1" strike="noStrike" spc="-1">
                <a:solidFill>
                  <a:schemeClr val="dk1"/>
                </a:solidFill>
                <a:latin typeface="Neue Haas Grotesk Text Pro"/>
              </a:rPr>
              <a:t>Seguiment de la comanda</a:t>
            </a:r>
            <a:endParaRPr lang="ca-ES" sz="40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86" name="Imagen 5"/>
          <p:cNvPicPr/>
          <p:nvPr/>
        </p:nvPicPr>
        <p:blipFill>
          <a:blip r:embed="rId2"/>
          <a:stretch/>
        </p:blipFill>
        <p:spPr>
          <a:xfrm>
            <a:off x="3123720" y="2076120"/>
            <a:ext cx="5875200" cy="4644720"/>
          </a:xfrm>
          <a:prstGeom prst="rect">
            <a:avLst/>
          </a:prstGeom>
          <a:ln w="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fld id="{66921B2A-58DB-4C13-98DB-E49B12D3CE32}" type="slidenum">
              <a:rPr/>
              <a:t>9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CuadroTexto 13"/>
          <p:cNvSpPr/>
          <p:nvPr/>
        </p:nvSpPr>
        <p:spPr>
          <a:xfrm>
            <a:off x="428760" y="2198880"/>
            <a:ext cx="11265480" cy="645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endParaRPr lang="ca-ES" sz="1800" b="0" strike="noStrike" spc="-1">
              <a:solidFill>
                <a:srgbClr val="000000"/>
              </a:solidFill>
              <a:latin typeface="Arial"/>
            </a:endParaRPr>
          </a:p>
          <a:p>
            <a:pPr algn="just" defTabSz="914400">
              <a:lnSpc>
                <a:spcPct val="100000"/>
              </a:lnSpc>
            </a:pPr>
            <a:endParaRPr lang="ca-E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PlaceHolder 1"/>
          <p:cNvSpPr>
            <a:spLocks noGrp="1"/>
          </p:cNvSpPr>
          <p:nvPr>
            <p:ph type="sldNum" idx="26"/>
          </p:nvPr>
        </p:nvSpPr>
        <p:spPr/>
        <p:txBody>
          <a:bodyPr/>
          <a:lstStyle/>
          <a:p>
            <a:fld id="{C6FC18FD-545B-4342-94A7-89920F49EEE5}" type="slidenum">
              <a:rPr/>
              <a:t>10</a:t>
            </a:fld>
            <a:endParaRPr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D4540C8-A875-FAB3-2B5F-F6924D87B2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55874"/>
            <a:ext cx="12192000" cy="614625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1115640" y="548640"/>
            <a:ext cx="10167480" cy="1179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ca-ES" sz="4000" b="1" strike="noStrike" spc="-1">
                <a:solidFill>
                  <a:schemeClr val="dk1"/>
                </a:solidFill>
                <a:latin typeface="Neue Haas Grotesk Text Pro"/>
              </a:rPr>
              <a:t>Subscripció pla mensual</a:t>
            </a:r>
            <a:endParaRPr lang="ca-ES" sz="40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0" name="Imagen 4"/>
          <p:cNvPicPr/>
          <p:nvPr/>
        </p:nvPicPr>
        <p:blipFill>
          <a:blip r:embed="rId2"/>
          <a:stretch/>
        </p:blipFill>
        <p:spPr>
          <a:xfrm>
            <a:off x="3841920" y="2660400"/>
            <a:ext cx="4714920" cy="3762360"/>
          </a:xfrm>
          <a:prstGeom prst="rect">
            <a:avLst/>
          </a:prstGeom>
          <a:ln w="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fld id="{26AABA71-8BE7-4BF1-ADBA-6A44767E939A}" type="slidenum">
              <a:rPr/>
              <a:t>11</a:t>
            </a:fld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CuadroTexto 13"/>
          <p:cNvSpPr/>
          <p:nvPr/>
        </p:nvSpPr>
        <p:spPr>
          <a:xfrm>
            <a:off x="428760" y="2198880"/>
            <a:ext cx="11265480" cy="645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endParaRPr lang="ca-ES" sz="1800" b="0" strike="noStrike" spc="-1">
              <a:solidFill>
                <a:srgbClr val="000000"/>
              </a:solidFill>
              <a:latin typeface="Arial"/>
            </a:endParaRPr>
          </a:p>
          <a:p>
            <a:pPr algn="just" defTabSz="914400">
              <a:lnSpc>
                <a:spcPct val="100000"/>
              </a:lnSpc>
            </a:pPr>
            <a:endParaRPr lang="ca-E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PlaceHolder 1"/>
          <p:cNvSpPr>
            <a:spLocks noGrp="1"/>
          </p:cNvSpPr>
          <p:nvPr>
            <p:ph type="sldNum" idx="26"/>
          </p:nvPr>
        </p:nvSpPr>
        <p:spPr/>
        <p:txBody>
          <a:bodyPr/>
          <a:lstStyle/>
          <a:p>
            <a:fld id="{E3E8EB9F-F5B1-4C39-A50B-FFD38BFFDC17}" type="slidenum">
              <a:rPr/>
              <a:t>12</a:t>
            </a:fld>
            <a:endParaRPr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2ACA248-A2EE-3688-A1BD-379D660F332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43025" y="314325"/>
            <a:ext cx="9505950" cy="622935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PlaceHolder 1"/>
          <p:cNvSpPr>
            <a:spLocks noGrp="1"/>
          </p:cNvSpPr>
          <p:nvPr>
            <p:ph type="title"/>
          </p:nvPr>
        </p:nvSpPr>
        <p:spPr>
          <a:xfrm>
            <a:off x="1115640" y="548640"/>
            <a:ext cx="10167480" cy="1179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ca-ES" sz="4000" b="1" strike="noStrike" spc="-1">
                <a:solidFill>
                  <a:schemeClr val="dk1"/>
                </a:solidFill>
                <a:latin typeface="Neue Haas Grotesk Text Pro"/>
              </a:rPr>
              <a:t>Demanar ingrés</a:t>
            </a:r>
            <a:endParaRPr lang="ca-ES" sz="40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4" name="Imagen 5"/>
          <p:cNvPicPr/>
          <p:nvPr/>
        </p:nvPicPr>
        <p:blipFill>
          <a:blip r:embed="rId2"/>
          <a:stretch/>
        </p:blipFill>
        <p:spPr>
          <a:xfrm>
            <a:off x="3834360" y="2088720"/>
            <a:ext cx="4174560" cy="4632120"/>
          </a:xfrm>
          <a:prstGeom prst="rect">
            <a:avLst/>
          </a:prstGeom>
          <a:ln w="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fld id="{80BB14AE-01AC-43E0-9EDC-4531851DC751}" type="slidenum">
              <a:rPr/>
              <a:t>13</a:t>
            </a:fld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CuadroTexto 13"/>
          <p:cNvSpPr/>
          <p:nvPr/>
        </p:nvSpPr>
        <p:spPr>
          <a:xfrm>
            <a:off x="428760" y="2198880"/>
            <a:ext cx="11265480" cy="645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endParaRPr lang="ca-ES" sz="1800" b="0" strike="noStrike" spc="-1">
              <a:solidFill>
                <a:srgbClr val="000000"/>
              </a:solidFill>
              <a:latin typeface="Arial"/>
            </a:endParaRPr>
          </a:p>
          <a:p>
            <a:pPr algn="just" defTabSz="914400">
              <a:lnSpc>
                <a:spcPct val="100000"/>
              </a:lnSpc>
            </a:pPr>
            <a:endParaRPr lang="ca-E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PlaceHolder 1"/>
          <p:cNvSpPr>
            <a:spLocks noGrp="1"/>
          </p:cNvSpPr>
          <p:nvPr>
            <p:ph type="sldNum" idx="26"/>
          </p:nvPr>
        </p:nvSpPr>
        <p:spPr/>
        <p:txBody>
          <a:bodyPr/>
          <a:lstStyle/>
          <a:p>
            <a:fld id="{E34FAE74-35AB-4081-A669-70024A2B9DE1}" type="slidenum">
              <a:rPr/>
              <a:t>14</a:t>
            </a:fld>
            <a:endParaRPr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C601C40-975D-58FA-8E14-72B9514CF2E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15752" y="0"/>
            <a:ext cx="89604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PlaceHolder 1"/>
          <p:cNvSpPr>
            <a:spLocks noGrp="1"/>
          </p:cNvSpPr>
          <p:nvPr>
            <p:ph type="title"/>
          </p:nvPr>
        </p:nvSpPr>
        <p:spPr>
          <a:xfrm>
            <a:off x="1115640" y="548640"/>
            <a:ext cx="10167480" cy="1179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ca-ES" sz="4000" b="1" strike="noStrike" spc="-1">
                <a:solidFill>
                  <a:schemeClr val="dk1"/>
                </a:solidFill>
                <a:latin typeface="Neue Haas Grotesk Text Pro"/>
              </a:rPr>
              <a:t>Vincular compte bancari</a:t>
            </a:r>
            <a:endParaRPr lang="ca-ES" sz="40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8" name="Imagen 4"/>
          <p:cNvPicPr/>
          <p:nvPr/>
        </p:nvPicPr>
        <p:blipFill>
          <a:blip r:embed="rId2"/>
          <a:stretch/>
        </p:blipFill>
        <p:spPr>
          <a:xfrm>
            <a:off x="3513600" y="2168280"/>
            <a:ext cx="5164200" cy="4552560"/>
          </a:xfrm>
          <a:prstGeom prst="rect">
            <a:avLst/>
          </a:prstGeom>
          <a:ln w="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fld id="{E62E7C0F-E373-4D42-B31D-33BBF809AFDD}" type="slidenum">
              <a:rPr/>
              <a:t>15</a:t>
            </a:fld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CuadroTexto 13"/>
          <p:cNvSpPr/>
          <p:nvPr/>
        </p:nvSpPr>
        <p:spPr>
          <a:xfrm>
            <a:off x="428760" y="2198880"/>
            <a:ext cx="11265480" cy="645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endParaRPr lang="ca-ES" sz="1800" b="0" strike="noStrike" spc="-1">
              <a:solidFill>
                <a:srgbClr val="000000"/>
              </a:solidFill>
              <a:latin typeface="Arial"/>
            </a:endParaRPr>
          </a:p>
          <a:p>
            <a:pPr algn="just" defTabSz="914400">
              <a:lnSpc>
                <a:spcPct val="100000"/>
              </a:lnSpc>
            </a:pPr>
            <a:endParaRPr lang="ca-E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PlaceHolder 1"/>
          <p:cNvSpPr>
            <a:spLocks noGrp="1"/>
          </p:cNvSpPr>
          <p:nvPr>
            <p:ph type="sldNum" idx="26"/>
          </p:nvPr>
        </p:nvSpPr>
        <p:spPr/>
        <p:txBody>
          <a:bodyPr/>
          <a:lstStyle/>
          <a:p>
            <a:fld id="{540ACF54-4CED-455F-B272-552E3F29A630}" type="slidenum">
              <a:rPr/>
              <a:t>16</a:t>
            </a:fld>
            <a:endParaRPr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3BB7A83-A49C-B7AA-8BED-5D4B785CF38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8712" y="304800"/>
            <a:ext cx="9934575" cy="62484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AccentBoxVTI">
  <a:themeElements>
    <a:clrScheme name="AnalogousFromRegularSeedRightStep">
      <a:dk1>
        <a:srgbClr val="000000"/>
      </a:dk1>
      <a:lt1>
        <a:srgbClr val="FFFFFF"/>
      </a:lt1>
      <a:dk2>
        <a:srgbClr val="412426"/>
      </a:dk2>
      <a:lt2>
        <a:srgbClr val="E2E8E8"/>
      </a:lt2>
      <a:accent1>
        <a:srgbClr val="C34D54"/>
      </a:accent1>
      <a:accent2>
        <a:srgbClr val="B1643B"/>
      </a:accent2>
      <a:accent3>
        <a:srgbClr val="BBA149"/>
      </a:accent3>
      <a:accent4>
        <a:srgbClr val="98AD39"/>
      </a:accent4>
      <a:accent5>
        <a:srgbClr val="72B346"/>
      </a:accent5>
      <a:accent6>
        <a:srgbClr val="3BB13D"/>
      </a:accent6>
      <a:hlink>
        <a:srgbClr val="30928B"/>
      </a:hlink>
      <a:folHlink>
        <a:srgbClr val="7F7F7F"/>
      </a:folHlink>
    </a:clrScheme>
    <a:fontScheme name="Avenir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AccentBoxVTI">
  <a:themeElements>
    <a:clrScheme name="AnalogousFromRegularSeedRightStep">
      <a:dk1>
        <a:srgbClr val="000000"/>
      </a:dk1>
      <a:lt1>
        <a:srgbClr val="FFFFFF"/>
      </a:lt1>
      <a:dk2>
        <a:srgbClr val="412426"/>
      </a:dk2>
      <a:lt2>
        <a:srgbClr val="E2E8E8"/>
      </a:lt2>
      <a:accent1>
        <a:srgbClr val="C34D54"/>
      </a:accent1>
      <a:accent2>
        <a:srgbClr val="B1643B"/>
      </a:accent2>
      <a:accent3>
        <a:srgbClr val="BBA149"/>
      </a:accent3>
      <a:accent4>
        <a:srgbClr val="98AD39"/>
      </a:accent4>
      <a:accent5>
        <a:srgbClr val="72B346"/>
      </a:accent5>
      <a:accent6>
        <a:srgbClr val="3BB13D"/>
      </a:accent6>
      <a:hlink>
        <a:srgbClr val="30928B"/>
      </a:hlink>
      <a:folHlink>
        <a:srgbClr val="7F7F7F"/>
      </a:folHlink>
    </a:clrScheme>
    <a:fontScheme name="Avenir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AccentBoxVTI">
  <a:themeElements>
    <a:clrScheme name="AnalogousFromRegularSeedRightStep">
      <a:dk1>
        <a:srgbClr val="000000"/>
      </a:dk1>
      <a:lt1>
        <a:srgbClr val="FFFFFF"/>
      </a:lt1>
      <a:dk2>
        <a:srgbClr val="412426"/>
      </a:dk2>
      <a:lt2>
        <a:srgbClr val="E2E8E8"/>
      </a:lt2>
      <a:accent1>
        <a:srgbClr val="C34D54"/>
      </a:accent1>
      <a:accent2>
        <a:srgbClr val="B1643B"/>
      </a:accent2>
      <a:accent3>
        <a:srgbClr val="BBA149"/>
      </a:accent3>
      <a:accent4>
        <a:srgbClr val="98AD39"/>
      </a:accent4>
      <a:accent5>
        <a:srgbClr val="72B346"/>
      </a:accent5>
      <a:accent6>
        <a:srgbClr val="3BB13D"/>
      </a:accent6>
      <a:hlink>
        <a:srgbClr val="30928B"/>
      </a:hlink>
      <a:folHlink>
        <a:srgbClr val="7F7F7F"/>
      </a:folHlink>
    </a:clrScheme>
    <a:fontScheme name="Avenir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AccentBoxVTI">
  <a:themeElements>
    <a:clrScheme name="AnalogousFromRegularSeedRightStep">
      <a:dk1>
        <a:srgbClr val="000000"/>
      </a:dk1>
      <a:lt1>
        <a:srgbClr val="FFFFFF"/>
      </a:lt1>
      <a:dk2>
        <a:srgbClr val="412426"/>
      </a:dk2>
      <a:lt2>
        <a:srgbClr val="E2E8E8"/>
      </a:lt2>
      <a:accent1>
        <a:srgbClr val="C34D54"/>
      </a:accent1>
      <a:accent2>
        <a:srgbClr val="B1643B"/>
      </a:accent2>
      <a:accent3>
        <a:srgbClr val="BBA149"/>
      </a:accent3>
      <a:accent4>
        <a:srgbClr val="98AD39"/>
      </a:accent4>
      <a:accent5>
        <a:srgbClr val="72B346"/>
      </a:accent5>
      <a:accent6>
        <a:srgbClr val="3BB13D"/>
      </a:accent6>
      <a:hlink>
        <a:srgbClr val="30928B"/>
      </a:hlink>
      <a:folHlink>
        <a:srgbClr val="7F7F7F"/>
      </a:folHlink>
    </a:clrScheme>
    <a:fontScheme name="Avenir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AccentBoxVTI">
  <a:themeElements>
    <a:clrScheme name="AnalogousFromRegularSeedRightStep">
      <a:dk1>
        <a:srgbClr val="000000"/>
      </a:dk1>
      <a:lt1>
        <a:srgbClr val="FFFFFF"/>
      </a:lt1>
      <a:dk2>
        <a:srgbClr val="412426"/>
      </a:dk2>
      <a:lt2>
        <a:srgbClr val="E2E8E8"/>
      </a:lt2>
      <a:accent1>
        <a:srgbClr val="C34D54"/>
      </a:accent1>
      <a:accent2>
        <a:srgbClr val="B1643B"/>
      </a:accent2>
      <a:accent3>
        <a:srgbClr val="BBA149"/>
      </a:accent3>
      <a:accent4>
        <a:srgbClr val="98AD39"/>
      </a:accent4>
      <a:accent5>
        <a:srgbClr val="72B346"/>
      </a:accent5>
      <a:accent6>
        <a:srgbClr val="3BB13D"/>
      </a:accent6>
      <a:hlink>
        <a:srgbClr val="30928B"/>
      </a:hlink>
      <a:folHlink>
        <a:srgbClr val="7F7F7F"/>
      </a:folHlink>
    </a:clrScheme>
    <a:fontScheme name="Avenir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6.xml><?xml version="1.0" encoding="utf-8"?>
<a:theme xmlns:a="http://schemas.openxmlformats.org/drawingml/2006/main" name="AccentBoxVTI">
  <a:themeElements>
    <a:clrScheme name="AnalogousFromRegularSeedRightStep">
      <a:dk1>
        <a:srgbClr val="000000"/>
      </a:dk1>
      <a:lt1>
        <a:srgbClr val="FFFFFF"/>
      </a:lt1>
      <a:dk2>
        <a:srgbClr val="412426"/>
      </a:dk2>
      <a:lt2>
        <a:srgbClr val="E2E8E8"/>
      </a:lt2>
      <a:accent1>
        <a:srgbClr val="C34D54"/>
      </a:accent1>
      <a:accent2>
        <a:srgbClr val="B1643B"/>
      </a:accent2>
      <a:accent3>
        <a:srgbClr val="BBA149"/>
      </a:accent3>
      <a:accent4>
        <a:srgbClr val="98AD39"/>
      </a:accent4>
      <a:accent5>
        <a:srgbClr val="72B346"/>
      </a:accent5>
      <a:accent6>
        <a:srgbClr val="3BB13D"/>
      </a:accent6>
      <a:hlink>
        <a:srgbClr val="30928B"/>
      </a:hlink>
      <a:folHlink>
        <a:srgbClr val="7F7F7F"/>
      </a:folHlink>
    </a:clrScheme>
    <a:fontScheme name="Avenir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7.xml><?xml version="1.0" encoding="utf-8"?>
<a:theme xmlns:a="http://schemas.openxmlformats.org/drawingml/2006/main" name="AccentBoxVTI">
  <a:themeElements>
    <a:clrScheme name="AnalogousFromRegularSeedRightStep">
      <a:dk1>
        <a:srgbClr val="000000"/>
      </a:dk1>
      <a:lt1>
        <a:srgbClr val="FFFFFF"/>
      </a:lt1>
      <a:dk2>
        <a:srgbClr val="412426"/>
      </a:dk2>
      <a:lt2>
        <a:srgbClr val="E2E8E8"/>
      </a:lt2>
      <a:accent1>
        <a:srgbClr val="C34D54"/>
      </a:accent1>
      <a:accent2>
        <a:srgbClr val="B1643B"/>
      </a:accent2>
      <a:accent3>
        <a:srgbClr val="BBA149"/>
      </a:accent3>
      <a:accent4>
        <a:srgbClr val="98AD39"/>
      </a:accent4>
      <a:accent5>
        <a:srgbClr val="72B346"/>
      </a:accent5>
      <a:accent6>
        <a:srgbClr val="3BB13D"/>
      </a:accent6>
      <a:hlink>
        <a:srgbClr val="30928B"/>
      </a:hlink>
      <a:folHlink>
        <a:srgbClr val="7F7F7F"/>
      </a:folHlink>
    </a:clrScheme>
    <a:fontScheme name="Avenir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8.xml><?xml version="1.0" encoding="utf-8"?>
<a:theme xmlns:a="http://schemas.openxmlformats.org/drawingml/2006/main" name="AccentBoxVTI">
  <a:themeElements>
    <a:clrScheme name="AnalogousFromRegularSeedRightStep">
      <a:dk1>
        <a:srgbClr val="000000"/>
      </a:dk1>
      <a:lt1>
        <a:srgbClr val="FFFFFF"/>
      </a:lt1>
      <a:dk2>
        <a:srgbClr val="412426"/>
      </a:dk2>
      <a:lt2>
        <a:srgbClr val="E2E8E8"/>
      </a:lt2>
      <a:accent1>
        <a:srgbClr val="C34D54"/>
      </a:accent1>
      <a:accent2>
        <a:srgbClr val="B1643B"/>
      </a:accent2>
      <a:accent3>
        <a:srgbClr val="BBA149"/>
      </a:accent3>
      <a:accent4>
        <a:srgbClr val="98AD39"/>
      </a:accent4>
      <a:accent5>
        <a:srgbClr val="72B346"/>
      </a:accent5>
      <a:accent6>
        <a:srgbClr val="3BB13D"/>
      </a:accent6>
      <a:hlink>
        <a:srgbClr val="30928B"/>
      </a:hlink>
      <a:folHlink>
        <a:srgbClr val="7F7F7F"/>
      </a:folHlink>
    </a:clrScheme>
    <a:fontScheme name="Avenir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9.xml><?xml version="1.0" encoding="utf-8"?>
<a:theme xmlns:a="http://schemas.openxmlformats.org/drawingml/2006/main" name="AccentBoxVTI">
  <a:themeElements>
    <a:clrScheme name="AnalogousFromRegularSeedRightStep">
      <a:dk1>
        <a:srgbClr val="000000"/>
      </a:dk1>
      <a:lt1>
        <a:srgbClr val="FFFFFF"/>
      </a:lt1>
      <a:dk2>
        <a:srgbClr val="412426"/>
      </a:dk2>
      <a:lt2>
        <a:srgbClr val="E2E8E8"/>
      </a:lt2>
      <a:accent1>
        <a:srgbClr val="C34D54"/>
      </a:accent1>
      <a:accent2>
        <a:srgbClr val="B1643B"/>
      </a:accent2>
      <a:accent3>
        <a:srgbClr val="BBA149"/>
      </a:accent3>
      <a:accent4>
        <a:srgbClr val="98AD39"/>
      </a:accent4>
      <a:accent5>
        <a:srgbClr val="72B346"/>
      </a:accent5>
      <a:accent6>
        <a:srgbClr val="3BB13D"/>
      </a:accent6>
      <a:hlink>
        <a:srgbClr val="30928B"/>
      </a:hlink>
      <a:folHlink>
        <a:srgbClr val="7F7F7F"/>
      </a:folHlink>
    </a:clrScheme>
    <a:fontScheme name="Avenir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10.xml><?xml version="1.0" encoding="utf-8"?>
<a:theme xmlns:a="http://schemas.openxmlformats.org/drawingml/2006/main" name="AccentBoxVTI">
  <a:themeElements>
    <a:clrScheme name="AnalogousFromRegularSeedRightStep">
      <a:dk1>
        <a:srgbClr val="000000"/>
      </a:dk1>
      <a:lt1>
        <a:srgbClr val="FFFFFF"/>
      </a:lt1>
      <a:dk2>
        <a:srgbClr val="412426"/>
      </a:dk2>
      <a:lt2>
        <a:srgbClr val="E2E8E8"/>
      </a:lt2>
      <a:accent1>
        <a:srgbClr val="C34D54"/>
      </a:accent1>
      <a:accent2>
        <a:srgbClr val="B1643B"/>
      </a:accent2>
      <a:accent3>
        <a:srgbClr val="BBA149"/>
      </a:accent3>
      <a:accent4>
        <a:srgbClr val="98AD39"/>
      </a:accent4>
      <a:accent5>
        <a:srgbClr val="72B346"/>
      </a:accent5>
      <a:accent6>
        <a:srgbClr val="3BB13D"/>
      </a:accent6>
      <a:hlink>
        <a:srgbClr val="30928B"/>
      </a:hlink>
      <a:folHlink>
        <a:srgbClr val="7F7F7F"/>
      </a:folHlink>
    </a:clrScheme>
    <a:fontScheme name="Avenir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11.xml><?xml version="1.0" encoding="utf-8"?>
<a:theme xmlns:a="http://schemas.openxmlformats.org/drawingml/2006/main" name="AccentBoxVTI">
  <a:themeElements>
    <a:clrScheme name="AnalogousFromRegularSeedRightStep">
      <a:dk1>
        <a:srgbClr val="000000"/>
      </a:dk1>
      <a:lt1>
        <a:srgbClr val="FFFFFF"/>
      </a:lt1>
      <a:dk2>
        <a:srgbClr val="412426"/>
      </a:dk2>
      <a:lt2>
        <a:srgbClr val="E2E8E8"/>
      </a:lt2>
      <a:accent1>
        <a:srgbClr val="C34D54"/>
      </a:accent1>
      <a:accent2>
        <a:srgbClr val="B1643B"/>
      </a:accent2>
      <a:accent3>
        <a:srgbClr val="BBA149"/>
      </a:accent3>
      <a:accent4>
        <a:srgbClr val="98AD39"/>
      </a:accent4>
      <a:accent5>
        <a:srgbClr val="72B346"/>
      </a:accent5>
      <a:accent6>
        <a:srgbClr val="3BB13D"/>
      </a:accent6>
      <a:hlink>
        <a:srgbClr val="30928B"/>
      </a:hlink>
      <a:folHlink>
        <a:srgbClr val="7F7F7F"/>
      </a:folHlink>
    </a:clrScheme>
    <a:fontScheme name="Avenir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8917</TotalTime>
  <Words>38</Words>
  <Application>Microsoft Office PowerPoint</Application>
  <PresentationFormat>Widescreen</PresentationFormat>
  <Paragraphs>24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11</vt:i4>
      </vt:variant>
      <vt:variant>
        <vt:lpstr>Slide Titles</vt:lpstr>
      </vt:variant>
      <vt:variant>
        <vt:i4>16</vt:i4>
      </vt:variant>
    </vt:vector>
  </HeadingPairs>
  <TitlesOfParts>
    <vt:vector size="33" baseType="lpstr">
      <vt:lpstr>Arial</vt:lpstr>
      <vt:lpstr>Calibri</vt:lpstr>
      <vt:lpstr>Neue Haas Grotesk Text Pro</vt:lpstr>
      <vt:lpstr>Symbol</vt:lpstr>
      <vt:lpstr>Times New Roman</vt:lpstr>
      <vt:lpstr>Wingdings</vt:lpstr>
      <vt:lpstr>AccentBoxVTI</vt:lpstr>
      <vt:lpstr>AccentBoxVTI</vt:lpstr>
      <vt:lpstr>AccentBoxVTI</vt:lpstr>
      <vt:lpstr>AccentBoxVTI</vt:lpstr>
      <vt:lpstr>AccentBoxVTI</vt:lpstr>
      <vt:lpstr>AccentBoxVTI</vt:lpstr>
      <vt:lpstr>AccentBoxVTI</vt:lpstr>
      <vt:lpstr>AccentBoxVTI</vt:lpstr>
      <vt:lpstr>AccentBoxVTI</vt:lpstr>
      <vt:lpstr>AccentBoxVTI</vt:lpstr>
      <vt:lpstr>AccentBoxVTI</vt:lpstr>
      <vt:lpstr>Consultar comandes prèvies</vt:lpstr>
      <vt:lpstr>PowerPoint Presentation</vt:lpstr>
      <vt:lpstr>Fer pagament</vt:lpstr>
      <vt:lpstr>PowerPoint Presentation</vt:lpstr>
      <vt:lpstr>Proposar plats</vt:lpstr>
      <vt:lpstr>PowerPoint Presentation</vt:lpstr>
      <vt:lpstr>Repetir comandes prèvies</vt:lpstr>
      <vt:lpstr>PowerPoint Presentation</vt:lpstr>
      <vt:lpstr>Seguiment de la comanda</vt:lpstr>
      <vt:lpstr>PowerPoint Presentation</vt:lpstr>
      <vt:lpstr>Subscripció pla mensual</vt:lpstr>
      <vt:lpstr>PowerPoint Presentation</vt:lpstr>
      <vt:lpstr>Demanar ingrés</vt:lpstr>
      <vt:lpstr>PowerPoint Presentation</vt:lpstr>
      <vt:lpstr>Vincular compte bancari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Enginyeria del Software</dc:title>
  <dc:subject/>
  <dc:creator>Jorge Bernal del Nozal</dc:creator>
  <dc:description/>
  <cp:lastModifiedBy>Hug Capafons Cuadra</cp:lastModifiedBy>
  <cp:revision>49</cp:revision>
  <dcterms:created xsi:type="dcterms:W3CDTF">2023-02-10T08:32:17Z</dcterms:created>
  <dcterms:modified xsi:type="dcterms:W3CDTF">2026-06-18T17:22:52Z</dcterms:modified>
  <dc:language>ca-ES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mplianceAssetId">
    <vt:lpwstr/>
  </property>
  <property fmtid="{D5CDD505-2E9C-101B-9397-08002B2CF9AE}" pid="3" name="ContentTypeId">
    <vt:lpwstr>0x01010063BD3DC6F0E81D4FA56575A4B7B24AF5</vt:lpwstr>
  </property>
  <property fmtid="{D5CDD505-2E9C-101B-9397-08002B2CF9AE}" pid="4" name="Order">
    <vt:r8>1700</vt:r8>
  </property>
  <property fmtid="{D5CDD505-2E9C-101B-9397-08002B2CF9AE}" pid="5" name="PresentationFormat">
    <vt:lpwstr>Panorámica</vt:lpwstr>
  </property>
  <property fmtid="{D5CDD505-2E9C-101B-9397-08002B2CF9AE}" pid="6" name="Slides">
    <vt:i4>16</vt:i4>
  </property>
  <property fmtid="{D5CDD505-2E9C-101B-9397-08002B2CF9AE}" pid="7" name="TriggerFlowInfo">
    <vt:lpwstr/>
  </property>
  <property fmtid="{D5CDD505-2E9C-101B-9397-08002B2CF9AE}" pid="8" name="_ExtendedDescription">
    <vt:lpwstr/>
  </property>
</Properties>
</file>