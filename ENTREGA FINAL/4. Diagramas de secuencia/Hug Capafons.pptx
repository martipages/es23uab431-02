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1"/>
  </p:notesMasterIdLst>
  <p:sldIdLst>
    <p:sldId id="446" r:id="rId5"/>
    <p:sldId id="447" r:id="rId6"/>
    <p:sldId id="481" r:id="rId7"/>
    <p:sldId id="482" r:id="rId8"/>
    <p:sldId id="483" r:id="rId9"/>
    <p:sldId id="484" r:id="rId10"/>
    <p:sldId id="444" r:id="rId11"/>
    <p:sldId id="445" r:id="rId12"/>
    <p:sldId id="479" r:id="rId13"/>
    <p:sldId id="480" r:id="rId14"/>
    <p:sldId id="485" r:id="rId15"/>
    <p:sldId id="486" r:id="rId16"/>
    <p:sldId id="487" r:id="rId17"/>
    <p:sldId id="488" r:id="rId18"/>
    <p:sldId id="448" r:id="rId19"/>
    <p:sldId id="449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3" autoAdjust="0"/>
    <p:restoredTop sz="94660"/>
  </p:normalViewPr>
  <p:slideViewPr>
    <p:cSldViewPr snapToGrid="0">
      <p:cViewPr varScale="1">
        <p:scale>
          <a:sx n="70" d="100"/>
          <a:sy n="70" d="100"/>
        </p:scale>
        <p:origin x="21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CD2B-82A1-508A-ED64-A0604D09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CBE624-F3E8-1FF4-A94A-67E22C0A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Consultar comandes prèvies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520614-45D2-90DF-87E2-E2925F35D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2E2254-3CF1-FE41-4157-4060CD2E1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566" y="2231357"/>
            <a:ext cx="5836165" cy="413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0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8D305-D0BE-4D99-5055-5BD35E1EB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0AF05-D37C-BED6-33A2-EDA5AC98D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CED2FD7-AAA0-7C48-ACBB-A65CF3E90BD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B7EC1A2-6DFD-EEC0-3DFF-976331ADA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301" y="632498"/>
            <a:ext cx="9063613" cy="553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990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6A25E-8328-5DEA-E7AE-2DAE9BBA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AB447-9B26-D91A-1BEF-D567E2E51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Fer pagament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10124B-D8B6-F4D5-C3B1-0BBC67B19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A17CDEF-D4F0-2336-0B2D-34EFA271D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301258"/>
            <a:ext cx="4744112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8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90716-74F5-97BA-BB9C-7C43FB980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84746F-E44B-9FD0-16F4-6CEEE860B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3F9A07F-3407-8489-D730-D8F5A6CBD5C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6E46ABF-C1D5-30A1-0D54-210B4216E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0764"/>
            <a:ext cx="12192000" cy="567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413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BFE10-00C6-2ECD-8A3A-BE36B2C6B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D5FDC-025E-7B16-D18C-C5273034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Proposar plats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DE384D-6248-15D9-FE47-394847C53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77E044-2FE2-0FD6-320B-D84D6FD4A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356" y="2328274"/>
            <a:ext cx="4734586" cy="421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396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71A4-2614-2299-BA0C-C6AD2AA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5A92182-232E-7E4A-341C-6601CF72B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57EAE42-A553-52A1-CACC-38AB880034B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9D5106E-461D-308C-992C-39B32BBF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82" y="0"/>
            <a:ext cx="109332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72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68F8B-547B-E075-9AB5-E166D22FF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3C9A4-76D6-085D-B92B-418119B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Repetir comandes prèvies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F43637-8571-916B-0436-1843ADBA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13038B-0F94-9B7E-6541-4034E1586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41" y="2115982"/>
            <a:ext cx="5652216" cy="474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16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A7669-5D7B-A624-1F95-16DFBE1F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C1E3A4-02F5-BAF3-CC7A-DFED3EFD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06D487D-02DC-A51D-6785-13E0065C6B9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43398D3-1C03-A939-33B4-82A4871D4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193" y="282409"/>
            <a:ext cx="9063613" cy="629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93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42897-ECF8-ECFF-9A3B-1793AF6EE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036BCA-2D81-B4F8-955E-088F415DA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Seguiment de la comanda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914CAE-FAF8-66E4-CB98-884018963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64B624E-5FAE-F124-B663-CED775CDB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30" y="2076086"/>
            <a:ext cx="5875837" cy="464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092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342FE-DC1D-7FB3-8C3B-C76CEF8E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6D3C5BD-C8B3-D8A4-8443-7C70CC3F6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338FF61-84BA-779A-40D8-C29F9A6254B9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CD6415-F994-E991-DDC4-CDE8F9E7F4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124"/>
            <a:ext cx="12192000" cy="669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39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DCC2-87DF-A6A5-3759-06C70DA7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FFE915-3E50-C5FF-0E78-E2CE9E44D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Subscripció pla mensual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A84B26-1C98-C65F-4E62-0F1A9E07F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CE43BD1-DE23-B46D-6778-B46470507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1865" y="2660393"/>
            <a:ext cx="4715533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735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2297D-4D41-9ECA-69A0-4163899ED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5C6A00-0F6D-DF74-C2AC-F1138B405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B6A70D6-F100-EB5F-191E-8EA17D737683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5BF758-5794-0F12-DBA8-4DB401736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025" y="314325"/>
            <a:ext cx="9505950" cy="622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910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601B-B9C8-8D31-B899-7B99C6581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9004A3-C87B-B1C5-31C8-85F5D5BD9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Demanar ingrés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CBDD5D-EBFE-8859-329E-465F6F781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038006C-EDFF-2CC0-EDFA-1CEC3E82F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385" y="2088677"/>
            <a:ext cx="4175447" cy="463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9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3C772-79FF-BE2A-AEB8-237DECF84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D531B8-94F4-3D7E-0A32-509BFD0D9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08DA136-8CDF-F234-4EE9-B199679C4755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02E99CD-62AC-E0FB-89C4-A34A99D57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752" y="0"/>
            <a:ext cx="89604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342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9AC0-0E1F-9ECE-D94C-301146FD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979DF3-6343-49EC-6FE2-1D22F15D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Vincular compte bancari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AEED1F-F4EA-7630-B977-4BF88825E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D7CA9E-EEAD-C629-6420-3FC553633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80" y="2168357"/>
            <a:ext cx="5165040" cy="455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90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44D9B-E240-32BF-EB77-F11B148E2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A29C0B-D5DF-1EF6-4E7A-F3C40863F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3F0B09A-A542-9F84-662F-F3796B4719F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1108F5C-F54B-A8AC-E88B-07F42CD4C7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712" y="304800"/>
            <a:ext cx="9934575" cy="624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6976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8912</TotalTime>
  <Words>38</Words>
  <Application>Microsoft Office PowerPoint</Application>
  <PresentationFormat>Panorámica</PresentationFormat>
  <Paragraphs>24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Neue Haas Grotesk Text Pro</vt:lpstr>
      <vt:lpstr>AccentBoxVTI</vt:lpstr>
      <vt:lpstr>Consultar comandes prèvies</vt:lpstr>
      <vt:lpstr>Presentación de PowerPoint</vt:lpstr>
      <vt:lpstr>Fer pagament</vt:lpstr>
      <vt:lpstr>Presentación de PowerPoint</vt:lpstr>
      <vt:lpstr>Proposar plats</vt:lpstr>
      <vt:lpstr>Presentación de PowerPoint</vt:lpstr>
      <vt:lpstr>Repetir comandes prèvies</vt:lpstr>
      <vt:lpstr>Presentación de PowerPoint</vt:lpstr>
      <vt:lpstr>Seguiment de la comanda</vt:lpstr>
      <vt:lpstr>Presentación de PowerPoint</vt:lpstr>
      <vt:lpstr>Subscripció pla mensual</vt:lpstr>
      <vt:lpstr>Presentación de PowerPoint</vt:lpstr>
      <vt:lpstr>Demanar ingrés</vt:lpstr>
      <vt:lpstr>Presentación de PowerPoint</vt:lpstr>
      <vt:lpstr>Vincular compte bancari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46</cp:revision>
  <dcterms:created xsi:type="dcterms:W3CDTF">2023-02-10T08:32:17Z</dcterms:created>
  <dcterms:modified xsi:type="dcterms:W3CDTF">2026-06-11T08:45:59Z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