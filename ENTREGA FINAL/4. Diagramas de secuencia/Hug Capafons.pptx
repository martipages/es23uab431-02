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7559675" cy="10691813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ca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ca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1853984-B862-41BC-B26F-2482DF7FAA25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C187486-0DAC-46DB-8FF7-6FDAF7A83DA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FECC4264-D1B9-49AA-8D34-F75E8754983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ca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ca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ED3C8D9-0878-435E-8E2D-371274A678A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624D46BD-8E29-40E0-9252-44E28CC76CB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ca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ca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ca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C4F953C1-DD34-4E7D-9FBC-3038D640F9F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F76F2C20-EFCE-4B5E-9884-C129B8AA75C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ca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01567079-D65F-47BA-B5E6-5600C49DF4B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9705C78A-2C02-41B8-B06A-024CDE65BE1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9F7327D2-4A65-4B4D-AF94-68FC5241873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E2F2CAE-D5F1-4ABA-8864-DCCDB7AF031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/>
          <p:nvPr/>
        </p:nvSpPr>
        <p:spPr>
          <a:xfrm rot="5400000">
            <a:off x="858240" y="345960"/>
            <a:ext cx="145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9"/>
          <p:cNvSpPr/>
          <p:nvPr/>
        </p:nvSpPr>
        <p:spPr>
          <a:xfrm flipV="1">
            <a:off x="578520" y="4499640"/>
            <a:ext cx="11034000" cy="176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8696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BB5EA5-04EE-45EF-9FB4-18CB2CDF2DC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7600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24219D-4211-4AFF-93EC-CA5911B02DF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45192B-F404-4E15-BF98-43787F978CF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/>
          <p:cNvSpPr/>
          <p:nvPr/>
        </p:nvSpPr>
        <p:spPr>
          <a:xfrm>
            <a:off x="558360" y="0"/>
            <a:ext cx="11166840" cy="2018160"/>
          </a:xfrm>
          <a:prstGeom prst="rect">
            <a:avLst/>
          </a:prstGeom>
          <a:ln w="9525">
            <a:solidFill>
              <a:srgbClr val="F0E5E5"/>
            </a:solidFill>
          </a:ln>
          <a:effectLst>
            <a:outerShdw blurRad="50760" dist="37674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 useBgFill="1">
        <p:nvSpPr>
          <p:cNvPr id="15" name="Rectangle 9"/>
          <p:cNvSpPr/>
          <p:nvPr/>
        </p:nvSpPr>
        <p:spPr>
          <a:xfrm>
            <a:off x="567000" y="0"/>
            <a:ext cx="11154960" cy="201096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ectangle 11"/>
          <p:cNvSpPr/>
          <p:nvPr/>
        </p:nvSpPr>
        <p:spPr>
          <a:xfrm>
            <a:off x="498960" y="787320"/>
            <a:ext cx="127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sldNum" idx="11"/>
          </p:nvPr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0F94CD-25D3-424A-981A-2686162817B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2"/>
          </p:nvPr>
        </p:nvSpPr>
        <p:spPr>
          <a:xfrm>
            <a:off x="1115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/>
          <p:cNvSpPr/>
          <p:nvPr/>
        </p:nvSpPr>
        <p:spPr>
          <a:xfrm>
            <a:off x="558360" y="4981320"/>
            <a:ext cx="11134080" cy="822240"/>
          </a:xfrm>
          <a:prstGeom prst="rect">
            <a:avLst/>
          </a:prstGeom>
          <a:ln>
            <a:solidFill>
              <a:srgbClr val="F0E5E5"/>
            </a:solidFill>
          </a:ln>
          <a:effectLst>
            <a:outerShdw blurRad="50760" dist="37674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 9"/>
          <p:cNvSpPr/>
          <p:nvPr/>
        </p:nvSpPr>
        <p:spPr>
          <a:xfrm>
            <a:off x="498960" y="5118480"/>
            <a:ext cx="145440" cy="547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17C45B-5EE0-407D-9DF8-FBB6B8103C5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8"/>
          <p:cNvSpPr/>
          <p:nvPr/>
        </p:nvSpPr>
        <p:spPr>
          <a:xfrm>
            <a:off x="558360" y="0"/>
            <a:ext cx="11166840" cy="2018160"/>
          </a:xfrm>
          <a:prstGeom prst="rect">
            <a:avLst/>
          </a:prstGeom>
          <a:ln w="9525">
            <a:solidFill>
              <a:srgbClr val="F0E5E5"/>
            </a:solidFill>
          </a:ln>
          <a:effectLst>
            <a:outerShdw blurRad="50760" dist="37674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 useBgFill="1">
        <p:nvSpPr>
          <p:cNvPr id="30" name="Rectangle 10"/>
          <p:cNvSpPr/>
          <p:nvPr/>
        </p:nvSpPr>
        <p:spPr>
          <a:xfrm>
            <a:off x="567000" y="0"/>
            <a:ext cx="11154960" cy="201096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Rectangle 12"/>
          <p:cNvSpPr/>
          <p:nvPr/>
        </p:nvSpPr>
        <p:spPr>
          <a:xfrm>
            <a:off x="498960" y="787320"/>
            <a:ext cx="127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17"/>
          </p:nvPr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F42BCA-D4BD-4453-8EC3-1D17D9F555C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8"/>
          </p:nvPr>
        </p:nvSpPr>
        <p:spPr>
          <a:xfrm>
            <a:off x="1115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10"/>
          <p:cNvSpPr/>
          <p:nvPr/>
        </p:nvSpPr>
        <p:spPr>
          <a:xfrm>
            <a:off x="558360" y="0"/>
            <a:ext cx="11166840" cy="2018160"/>
          </a:xfrm>
          <a:prstGeom prst="rect">
            <a:avLst/>
          </a:prstGeom>
          <a:ln w="9525">
            <a:solidFill>
              <a:srgbClr val="F0E5E5"/>
            </a:solidFill>
          </a:ln>
          <a:effectLst>
            <a:outerShdw blurRad="50760" dist="37674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 useBgFill="1">
        <p:nvSpPr>
          <p:cNvPr id="42" name="Rectangle 12"/>
          <p:cNvSpPr/>
          <p:nvPr/>
        </p:nvSpPr>
        <p:spPr>
          <a:xfrm>
            <a:off x="567000" y="0"/>
            <a:ext cx="11154960" cy="201096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Rectangle 14"/>
          <p:cNvSpPr/>
          <p:nvPr/>
        </p:nvSpPr>
        <p:spPr>
          <a:xfrm>
            <a:off x="498960" y="787320"/>
            <a:ext cx="127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sldNum" idx="20"/>
          </p:nvPr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5DA983-3AAC-42FA-A19D-310462EA7E5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1"/>
          </p:nvPr>
        </p:nvSpPr>
        <p:spPr>
          <a:xfrm>
            <a:off x="1115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6"/>
          <p:cNvSpPr/>
          <p:nvPr/>
        </p:nvSpPr>
        <p:spPr>
          <a:xfrm>
            <a:off x="666000" y="1533600"/>
            <a:ext cx="10916280" cy="3790080"/>
          </a:xfrm>
          <a:prstGeom prst="rect">
            <a:avLst/>
          </a:prstGeom>
          <a:ln>
            <a:solidFill>
              <a:srgbClr val="F0E5E5"/>
            </a:solidFill>
          </a:ln>
          <a:effectLst>
            <a:outerShdw blurRad="50760" dist="37674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Rectangle 8"/>
          <p:cNvSpPr/>
          <p:nvPr/>
        </p:nvSpPr>
        <p:spPr>
          <a:xfrm>
            <a:off x="609120" y="2971800"/>
            <a:ext cx="127440" cy="913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ca-E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32C455-79E8-42F3-8395-6DC9503EA27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6F2372-4051-4671-B6CF-BF15749DFE1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ca-E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8"/>
          <p:cNvSpPr/>
          <p:nvPr/>
        </p:nvSpPr>
        <p:spPr>
          <a:xfrm>
            <a:off x="558360" y="1162080"/>
            <a:ext cx="3740040" cy="4642560"/>
          </a:xfrm>
          <a:prstGeom prst="rect">
            <a:avLst/>
          </a:prstGeom>
          <a:ln>
            <a:solidFill>
              <a:srgbClr val="F0E5E5"/>
            </a:solidFill>
          </a:ln>
          <a:effectLst>
            <a:outerShdw blurRad="50760" dist="37674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" name="Rectangle 10"/>
          <p:cNvSpPr/>
          <p:nvPr/>
        </p:nvSpPr>
        <p:spPr>
          <a:xfrm>
            <a:off x="498960" y="1618200"/>
            <a:ext cx="145440" cy="822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DA299E-CF92-4AC9-AFB5-8DEF2768649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0"/>
          </p:nvPr>
        </p:nvSpPr>
        <p:spPr>
          <a:xfrm>
            <a:off x="8686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8"/>
          <p:cNvSpPr/>
          <p:nvPr/>
        </p:nvSpPr>
        <p:spPr>
          <a:xfrm>
            <a:off x="558360" y="1162080"/>
            <a:ext cx="3740040" cy="4642560"/>
          </a:xfrm>
          <a:prstGeom prst="rect">
            <a:avLst/>
          </a:prstGeom>
          <a:ln>
            <a:solidFill>
              <a:srgbClr val="F0E5E5"/>
            </a:solidFill>
          </a:ln>
          <a:effectLst>
            <a:outerShdw blurRad="50760" dist="37674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Rectangle 10"/>
          <p:cNvSpPr/>
          <p:nvPr/>
        </p:nvSpPr>
        <p:spPr>
          <a:xfrm>
            <a:off x="498960" y="1618200"/>
            <a:ext cx="145440" cy="822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9BCB67-8667-4C18-87BA-1110C0A7544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Neue Haas Grotesk Text Pro"/>
              </a:rPr>
              <a:t>‹#›</a:t>
            </a:fld>
            <a:endParaRPr lang="ca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3"/>
          </p:nvPr>
        </p:nvSpPr>
        <p:spPr>
          <a:xfrm>
            <a:off x="8686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ca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ca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Consultar comandes prèvies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Imagen 4"/>
          <p:cNvPicPr/>
          <p:nvPr/>
        </p:nvPicPr>
        <p:blipFill>
          <a:blip r:embed="rId2"/>
          <a:stretch/>
        </p:blipFill>
        <p:spPr>
          <a:xfrm>
            <a:off x="3143520" y="2231280"/>
            <a:ext cx="5835600" cy="4132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9BA024E-34A2-4F59-A2ED-111F21ABBE3E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6945D5E4-4F06-42BA-938D-A6DE7916110D}" type="slidenum">
              <a:rPr/>
              <a:t>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03187-6739-D61D-B72F-A1679AF8E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979" y="840308"/>
            <a:ext cx="9454041" cy="493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Fer pagament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n 5"/>
          <p:cNvPicPr/>
          <p:nvPr/>
        </p:nvPicPr>
        <p:blipFill>
          <a:blip r:embed="rId2"/>
          <a:stretch/>
        </p:blipFill>
        <p:spPr>
          <a:xfrm>
            <a:off x="3651480" y="2301120"/>
            <a:ext cx="4743360" cy="4419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6E311C3-622B-47F5-BB68-9AFDCFB73832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581AA9B2-26FC-453C-8D12-F8FCCDA26A4A}" type="slidenum">
              <a:rPr/>
              <a:t>4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F98CBE-6DC9-4A14-BC22-1620477D6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186"/>
            <a:ext cx="12192000" cy="5987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Proposar plats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n 4"/>
          <p:cNvPicPr/>
          <p:nvPr/>
        </p:nvPicPr>
        <p:blipFill>
          <a:blip r:embed="rId2"/>
          <a:stretch/>
        </p:blipFill>
        <p:spPr>
          <a:xfrm>
            <a:off x="3694320" y="2328120"/>
            <a:ext cx="4734000" cy="4209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6B878B6-CFCE-486F-BB60-4690F1386015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5F6B5C1C-BF67-4BF5-A74E-1AD632CC35D2}" type="slidenum">
              <a:rPr/>
              <a:t>6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85B80-E6EF-A486-29E3-947CFA45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79" y="0"/>
            <a:ext cx="113160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Repetir comandes prèvies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Imagen 4"/>
          <p:cNvPicPr/>
          <p:nvPr/>
        </p:nvPicPr>
        <p:blipFill>
          <a:blip r:embed="rId2"/>
          <a:stretch/>
        </p:blipFill>
        <p:spPr>
          <a:xfrm>
            <a:off x="3235680" y="2116080"/>
            <a:ext cx="5651640" cy="4741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08AA509-3C6E-466D-9E4C-CC5B547D557D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9FD6B97-0C0F-486D-B9B2-6BA022CFB3AA}" type="slidenum">
              <a:rPr/>
              <a:t>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496D3A-B279-6B27-1962-58384781E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011" y="206600"/>
            <a:ext cx="9281978" cy="6444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Seguiment de la comanda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n 5"/>
          <p:cNvPicPr/>
          <p:nvPr/>
        </p:nvPicPr>
        <p:blipFill>
          <a:blip r:embed="rId2"/>
          <a:stretch/>
        </p:blipFill>
        <p:spPr>
          <a:xfrm>
            <a:off x="3123720" y="2076120"/>
            <a:ext cx="5875200" cy="4644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6921B2A-58DB-4C13-98DB-E49B12D3CE32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6FC18FD-545B-4342-94A7-89920F49EEE5}" type="slidenum">
              <a:rPr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540C8-A875-FAB3-2B5F-F6924D87B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874"/>
            <a:ext cx="12192000" cy="61462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Subscripció pla mensual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n 4"/>
          <p:cNvPicPr/>
          <p:nvPr/>
        </p:nvPicPr>
        <p:blipFill>
          <a:blip r:embed="rId2"/>
          <a:stretch/>
        </p:blipFill>
        <p:spPr>
          <a:xfrm>
            <a:off x="3841920" y="2660400"/>
            <a:ext cx="4714920" cy="3762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6AABA71-8BE7-4BF1-ADBA-6A44767E939A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3E8EB9F-F5B1-4C39-A50B-FFD38BFFDC17}" type="slidenum">
              <a:rPr/>
              <a:t>12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CA248-A2EE-3688-A1BD-379D660F3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25" y="314325"/>
            <a:ext cx="9505950" cy="6229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Demanar ingrés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n 5"/>
          <p:cNvPicPr/>
          <p:nvPr/>
        </p:nvPicPr>
        <p:blipFill>
          <a:blip r:embed="rId2"/>
          <a:stretch/>
        </p:blipFill>
        <p:spPr>
          <a:xfrm>
            <a:off x="3834360" y="2088720"/>
            <a:ext cx="4174560" cy="4632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0BB14AE-01AC-43E0-9EDC-4531851DC751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34FAE74-35AB-4081-A669-70024A2B9DE1}" type="slidenum">
              <a:rPr/>
              <a:t>14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01C40-975D-58FA-8E14-72B9514CF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752" y="0"/>
            <a:ext cx="89604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ca-ES" sz="4000" b="1" strike="noStrike" spc="-1">
                <a:solidFill>
                  <a:schemeClr val="dk1"/>
                </a:solidFill>
                <a:latin typeface="Neue Haas Grotesk Text Pro"/>
              </a:rPr>
              <a:t>Vincular compte bancari</a:t>
            </a:r>
            <a:endParaRPr lang="ca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62E7C0F-E373-4D42-B31D-33BBF809AFDD}" type="slidenum">
              <a:rPr/>
              <a:t>15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A36AD-41F3-A3F6-9803-9C8BC929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12" y="2033200"/>
            <a:ext cx="5017176" cy="482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adroTexto 13"/>
          <p:cNvSpPr/>
          <p:nvPr/>
        </p:nvSpPr>
        <p:spPr>
          <a:xfrm>
            <a:off x="428760" y="2198880"/>
            <a:ext cx="112654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ca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540ACF54-4CED-455F-B272-552E3F29A630}" type="slidenum">
              <a:rPr/>
              <a:t>16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BB7A83-A49C-B7AA-8BED-5D4B785CF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" y="304800"/>
            <a:ext cx="9934575" cy="624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8921</TotalTime>
  <Words>38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16</vt:i4>
      </vt:variant>
    </vt:vector>
  </HeadingPairs>
  <TitlesOfParts>
    <vt:vector size="33" baseType="lpstr">
      <vt:lpstr>Arial</vt:lpstr>
      <vt:lpstr>Calibri</vt:lpstr>
      <vt:lpstr>Neue Haas Grotesk Text Pro</vt:lpstr>
      <vt:lpstr>Symbol</vt:lpstr>
      <vt:lpstr>Times New Roman</vt:lpstr>
      <vt:lpstr>Wingdings</vt:lpstr>
      <vt:lpstr>AccentBoxVTI</vt:lpstr>
      <vt:lpstr>AccentBoxVTI</vt:lpstr>
      <vt:lpstr>AccentBoxVTI</vt:lpstr>
      <vt:lpstr>AccentBoxVTI</vt:lpstr>
      <vt:lpstr>AccentBoxVTI</vt:lpstr>
      <vt:lpstr>AccentBoxVTI</vt:lpstr>
      <vt:lpstr>AccentBoxVTI</vt:lpstr>
      <vt:lpstr>AccentBoxVTI</vt:lpstr>
      <vt:lpstr>AccentBoxVTI</vt:lpstr>
      <vt:lpstr>AccentBoxVTI</vt:lpstr>
      <vt:lpstr>AccentBoxVTI</vt:lpstr>
      <vt:lpstr>Consultar comandes prèvies</vt:lpstr>
      <vt:lpstr>PowerPoint Presentation</vt:lpstr>
      <vt:lpstr>Fer pagament</vt:lpstr>
      <vt:lpstr>PowerPoint Presentation</vt:lpstr>
      <vt:lpstr>Proposar plats</vt:lpstr>
      <vt:lpstr>PowerPoint Presentation</vt:lpstr>
      <vt:lpstr>Repetir comandes prèvies</vt:lpstr>
      <vt:lpstr>PowerPoint Presentation</vt:lpstr>
      <vt:lpstr>Seguiment de la comanda</vt:lpstr>
      <vt:lpstr>PowerPoint Presentation</vt:lpstr>
      <vt:lpstr>Subscripció pla mensual</vt:lpstr>
      <vt:lpstr>PowerPoint Presentation</vt:lpstr>
      <vt:lpstr>Demanar ingrés</vt:lpstr>
      <vt:lpstr>PowerPoint Presentation</vt:lpstr>
      <vt:lpstr>Vincular compte bancari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subject/>
  <dc:creator>Jorge Bernal del Nozal</dc:creator>
  <dc:description/>
  <cp:lastModifiedBy>Hug Capafons Cuadra</cp:lastModifiedBy>
  <cp:revision>50</cp:revision>
  <dcterms:created xsi:type="dcterms:W3CDTF">2023-02-10T08:32:17Z</dcterms:created>
  <dcterms:modified xsi:type="dcterms:W3CDTF">2026-06-18T17:34:51Z</dcterms:modified>
  <dc:language>ca-ES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0x01010063BD3DC6F0E81D4FA56575A4B7B24AF5</vt:lpwstr>
  </property>
  <property fmtid="{D5CDD505-2E9C-101B-9397-08002B2CF9AE}" pid="4" name="Order">
    <vt:r8>1700</vt:r8>
  </property>
  <property fmtid="{D5CDD505-2E9C-101B-9397-08002B2CF9AE}" pid="5" name="PresentationFormat">
    <vt:lpwstr>Panorámica</vt:lpwstr>
  </property>
  <property fmtid="{D5CDD505-2E9C-101B-9397-08002B2CF9AE}" pid="6" name="Slides">
    <vt:i4>16</vt:i4>
  </property>
  <property fmtid="{D5CDD505-2E9C-101B-9397-08002B2CF9AE}" pid="7" name="TriggerFlowInfo">
    <vt:lpwstr/>
  </property>
  <property fmtid="{D5CDD505-2E9C-101B-9397-08002B2CF9AE}" pid="8" name="_ExtendedDescription">
    <vt:lpwstr/>
  </property>
</Properties>
</file>