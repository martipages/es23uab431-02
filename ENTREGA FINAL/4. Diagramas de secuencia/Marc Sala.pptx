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9"/>
  </p:notesMasterIdLst>
  <p:sldIdLst>
    <p:sldId id="452" r:id="rId5"/>
    <p:sldId id="453" r:id="rId6"/>
    <p:sldId id="454" r:id="rId7"/>
    <p:sldId id="455" r:id="rId8"/>
    <p:sldId id="456" r:id="rId9"/>
    <p:sldId id="457" r:id="rId10"/>
    <p:sldId id="473" r:id="rId11"/>
    <p:sldId id="474" r:id="rId12"/>
    <p:sldId id="450" r:id="rId13"/>
    <p:sldId id="451" r:id="rId14"/>
    <p:sldId id="475" r:id="rId15"/>
    <p:sldId id="476" r:id="rId16"/>
    <p:sldId id="477" r:id="rId17"/>
    <p:sldId id="478" r:id="rId1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313" autoAdjust="0"/>
    <p:restoredTop sz="94660"/>
  </p:normalViewPr>
  <p:slideViewPr>
    <p:cSldViewPr snapToGrid="0">
      <p:cViewPr varScale="1">
        <p:scale>
          <a:sx n="70" d="100"/>
          <a:sy n="70" d="100"/>
        </p:scale>
        <p:origin x="216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11/06/2026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A2214-28AD-53CC-C129-77090941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AF6B09-6469-4C1D-2F19-0B86AED03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Valorar comandes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480ACCD-DB47-CB81-820C-83FD31056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7E8D3AC-B2F0-31A3-3BDA-FC19777F5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996" y="2104362"/>
            <a:ext cx="4706007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58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89573-EFED-57BE-F89C-AE830049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148110-E30E-3D01-8DD3-C818C66A6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DB182DC-B39B-F545-AD64-72840270D72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C4D667D-6529-BBCB-C2CA-6E7C0847B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3987" y="395287"/>
            <a:ext cx="9344025" cy="60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049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B2E17-791B-9C93-B7D9-46F4439A3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BE9E7-D09F-27E3-721D-90D31399F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Fer comandes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065462A-F4CA-BDDF-5CA8-BFDC36D6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57CEFE5-51C3-F6EE-74D4-56511FCB0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148" y="2008155"/>
            <a:ext cx="4207705" cy="4849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226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3CCF0-3304-B202-3BDE-65A05A0C1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EBD482D-DB08-6118-D4B5-A51A2EADA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726846D-7829-9063-BDD1-04CA2DACE228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26B1A8C-2479-2DB9-9DD8-73D905AB0A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25" y="223837"/>
            <a:ext cx="11029950" cy="641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212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4160F-D158-5DC9-0F5D-560F91841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2964DB-5A90-BEEC-4CA2-5181B9405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Modificar ingredients addicionals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1BBE72-D159-6268-FF37-F17E260CA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6301A94-89A8-23A7-7967-1E63DFD3B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356" y="2148837"/>
            <a:ext cx="4734586" cy="457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987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2653F-27BB-D47E-9728-92A6A69E3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7964F3-1F4C-EB58-646A-EC18EFF6D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73EB9B1-4806-417C-97D3-F28C17038AC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7D98387-8AA4-15E6-E936-871AB93C2F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25" y="38100"/>
            <a:ext cx="11868150" cy="678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978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84A6-78D0-ED60-88B0-B6224168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ECD3C9-7F71-7FBD-321B-A16CDC5F9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Escollir qui reparteix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7617FEE-3784-8494-C3AB-FD9A7905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44B66B2-79B4-FD8D-1C0A-E52590D29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431" y="1994822"/>
            <a:ext cx="4130370" cy="4863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508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29D45-4B5F-27A1-4F08-489825F56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10B38F3-A8CA-B8DC-2B7D-780CC8F73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3415740-F6E1-6EBB-C5D5-D69360E7ABAA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3E27BD8-8BD6-AC9C-E951-76C9C3523B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500" y="0"/>
            <a:ext cx="10080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807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338B5-B9AD-935D-6A65-B9E7F274D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9E0BC9-8ACD-84F1-45CA-2559FE908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Triar data i hora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22F1DB-605F-EB33-9728-62820CDB0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F498E8-5952-1AD4-E9D2-AE7D94F9C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4385" y="2072640"/>
            <a:ext cx="4296345" cy="478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524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E3AF3-6A15-8717-C4B1-A956B5916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F5E553-D943-433A-BC33-728AA5102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51A5A20-1BAF-67D2-D56E-F9672D70431F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9749D88-7983-AF89-9570-60669988DF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218"/>
            <a:ext cx="12192000" cy="5839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0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2C1A4-C051-D310-F6C5-C2307EDDF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75A83C-4876-383E-ACED-D3B8852D5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comandes pendents a repartir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9FB742-A7AE-853F-C06A-D0915B918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11</a:t>
            </a:fld>
            <a:endParaRPr lang="en-U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1C7423A-8AC5-93F8-3F4D-9579336792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05" y="2332689"/>
            <a:ext cx="4706007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446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E24D0-7BBA-FABD-5CBA-1AD3D9080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FAE126D-1447-0D60-7980-11B426DFB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F7AA830-F69E-547C-0D05-F26067E5119D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5523671-5DCA-AB98-A629-674D014297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383" y="725993"/>
            <a:ext cx="9299234" cy="5406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161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BC502-3E3F-1478-9F4E-A0447B618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8E12FB-7C9B-7CC8-1D44-8EE494966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Acceptar comandes a repartir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961B6-9507-206C-1593-D9ED0517A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187E8EB-C7FB-12B8-1655-25AC25672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233" y="2274949"/>
            <a:ext cx="4715533" cy="431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75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293A-C806-D336-1AC9-35357AC7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A2BC6E-E1AE-394E-0730-9A7CD3028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0BA75B5-A266-01A3-574C-CE8D41393DEF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45A0F68-D9A0-0547-9527-AB1CDB7D0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2965"/>
            <a:ext cx="12192000" cy="417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55320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8917</TotalTime>
  <Words>37</Words>
  <Application>Microsoft Office PowerPoint</Application>
  <PresentationFormat>Panorámica</PresentationFormat>
  <Paragraphs>21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Neue Haas Grotesk Text Pro</vt:lpstr>
      <vt:lpstr>AccentBoxVTI</vt:lpstr>
      <vt:lpstr>Valorar comandes</vt:lpstr>
      <vt:lpstr>Presentación de PowerPoint</vt:lpstr>
      <vt:lpstr>Fer comandes</vt:lpstr>
      <vt:lpstr>Presentación de PowerPoint</vt:lpstr>
      <vt:lpstr>Modificar ingredients addicionals</vt:lpstr>
      <vt:lpstr>Presentación de PowerPoint</vt:lpstr>
      <vt:lpstr>Escollir qui reparteix</vt:lpstr>
      <vt:lpstr>Presentación de PowerPoint</vt:lpstr>
      <vt:lpstr>Triar data i hora</vt:lpstr>
      <vt:lpstr>Presentación de PowerPoint</vt:lpstr>
      <vt:lpstr>Veure comandes pendents a repartir</vt:lpstr>
      <vt:lpstr>Presentación de PowerPoint</vt:lpstr>
      <vt:lpstr>Acceptar comandes a repartir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Marc Sala Tarré</cp:lastModifiedBy>
  <cp:revision>47</cp:revision>
  <dcterms:created xsi:type="dcterms:W3CDTF">2023-02-10T08:32:17Z</dcterms:created>
  <dcterms:modified xsi:type="dcterms:W3CDTF">2026-06-11T09:07:46Z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