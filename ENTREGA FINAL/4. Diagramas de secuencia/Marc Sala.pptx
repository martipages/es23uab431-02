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9"/>
  </p:notesMasterIdLst>
  <p:sldIdLst>
    <p:sldId id="452" r:id="rId5"/>
    <p:sldId id="453" r:id="rId6"/>
    <p:sldId id="454" r:id="rId7"/>
    <p:sldId id="455" r:id="rId8"/>
    <p:sldId id="456" r:id="rId9"/>
    <p:sldId id="457" r:id="rId10"/>
    <p:sldId id="473" r:id="rId11"/>
    <p:sldId id="474" r:id="rId12"/>
    <p:sldId id="450" r:id="rId13"/>
    <p:sldId id="451" r:id="rId14"/>
    <p:sldId id="475" r:id="rId15"/>
    <p:sldId id="476" r:id="rId16"/>
    <p:sldId id="477" r:id="rId17"/>
    <p:sldId id="478" r:id="rId1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D9D9D9"/>
    <a:srgbClr val="FEF8BE"/>
    <a:srgbClr val="B8CCE4"/>
    <a:srgbClr val="7693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13" autoAdjust="0"/>
    <p:restoredTop sz="94660"/>
  </p:normalViewPr>
  <p:slideViewPr>
    <p:cSldViewPr snapToGrid="0">
      <p:cViewPr varScale="1">
        <p:scale>
          <a:sx n="70" d="100"/>
          <a:sy n="70" d="100"/>
        </p:scale>
        <p:origin x="216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ECDAD-75E1-4BC4-AB86-9BA5DFF857B3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AA5E4-F832-4E78-BDC0-6CAA09567E07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48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31DCF8F9-FE1E-467E-9B82-0FEB758F2FA6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095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6219CF75-0ECC-4E76-B636-3ABF46261502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78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4E8BD-E6E8-42B0-9E1C-58D2F9C64A0C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33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D7AFBA47-0BC8-4C75-9B10-88B9F496CCB1}" type="datetime1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23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84512E72-AC33-43BA-BEE9-4FD4948C58D8}" type="datetime1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17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76718-59A8-49B1-AEC5-3662572A144D}" type="datetime1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45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EC767-5C82-4733-81D6-0B6B22CAF0EE}" type="datetime1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45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E4D41E06-6C86-4754-846D-56519DFF1F50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60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A39B2-B176-40DF-B22F-280C511548AF}" type="datetime1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20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AE393-D011-4B55-A9B6-0BBC79EF96B0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55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0C2F-F497-4247-8BB2-5746400D850B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91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AA1BC-C245-4537-A704-02F8919D151B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580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2214-28AD-53CC-C129-770909414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F6B09-6469-4C1D-2F19-0B86AED03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Valorar comandes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480ACCD-DB47-CB81-820C-83FD31056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</a:t>
            </a:fld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7E8D3AC-B2F0-31A3-3BDA-FC19777F5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996" y="2104362"/>
            <a:ext cx="4706007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358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89573-EFED-57BE-F89C-AE8300493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148110-E30E-3D01-8DD3-C818C66A6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DB182DC-B39B-F545-AD64-72840270D726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C4D667D-6529-BBCB-C2CA-6E7C0847B9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987" y="395287"/>
            <a:ext cx="9344025" cy="60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049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B2E17-791B-9C93-B7D9-46F4439A3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BE9E7-D09F-27E3-721D-90D31399F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Fer comandes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065462A-F4CA-BDDF-5CA8-BFDC36D67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</a:t>
            </a:fld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57CEFE5-51C3-F6EE-74D4-56511FCB0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148" y="2008155"/>
            <a:ext cx="4207705" cy="484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226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3CCF0-3304-B202-3BDE-65A05A0C1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EBD482D-DB08-6118-D4B5-A51A2EADA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726846D-7829-9063-BDD1-04CA2DACE228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A84785A-4A3D-DF1B-0CB2-A04A1F3579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515" y="0"/>
            <a:ext cx="98649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212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4160F-D158-5DC9-0F5D-560F91841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2964DB-5A90-BEEC-4CA2-5181B9405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Modificar ingredients addicionals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D1BBE72-D159-6268-FF37-F17E260CA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</a:t>
            </a:fld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6301A94-89A8-23A7-7967-1E63DFD3B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356" y="2148837"/>
            <a:ext cx="4734586" cy="45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987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2653F-27BB-D47E-9728-92A6A69E3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7964F3-1F4C-EB58-646A-EC18EFF6D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73EB9B1-4806-417C-97D3-F28C17038ACD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034F93E-29F2-9ED8-D2FD-A5A7DC034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25" y="247650"/>
            <a:ext cx="11868150" cy="636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978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584A6-78D0-ED60-88B0-B6224168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ECD3C9-7F71-7FBD-321B-A16CDC5F9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Escollir qui reparteix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617FEE-3784-8494-C3AB-FD9A79055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7</a:t>
            </a:fld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44B66B2-79B4-FD8D-1C0A-E52590D29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431" y="1994822"/>
            <a:ext cx="4130370" cy="4863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08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29D45-4B5F-27A1-4F08-489825F56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10B38F3-A8CA-B8DC-2B7D-780CC8F73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8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3415740-F6E1-6EBB-C5D5-D69360E7ABAA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DEE1CAB-CB4B-B465-FD67-6998B0027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006" y="0"/>
            <a:ext cx="104299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807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338B5-B9AD-935D-6A65-B9E7F274D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9E0BC9-8ACD-84F1-45CA-2559FE908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Triar data i hora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22F1DB-605F-EB33-9728-62820CD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9</a:t>
            </a:fld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5F498E8-5952-1AD4-E9D2-AE7D94F9C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385" y="2072640"/>
            <a:ext cx="4296345" cy="478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524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E3AF3-6A15-8717-C4B1-A956B5916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F5E553-D943-433A-BC33-728AA5102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10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51A5A20-1BAF-67D2-D56E-F9672D70431F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9749D88-7983-AF89-9570-60669988DF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9218"/>
            <a:ext cx="12192000" cy="583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002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2C1A4-C051-D310-F6C5-C2307EDDF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75A83C-4876-383E-ACED-D3B8852D5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Veure comandes pendents a repartir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89FB742-A7AE-853F-C06A-D0915B918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11</a:t>
            </a:fld>
            <a:endParaRPr lang="en-U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1C7423A-8AC5-93F8-3F4D-957933679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505" y="2332689"/>
            <a:ext cx="4706007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446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E24D0-7BBA-FABD-5CBA-1AD3D9080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AE126D-1447-0D60-7980-11B426DFB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12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F7AA830-F69E-547C-0D05-F26067E5119D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5523671-5DCA-AB98-A629-674D014297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383" y="725993"/>
            <a:ext cx="9299234" cy="540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161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BC502-3E3F-1478-9F4E-A0447B618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8E12FB-7C9B-7CC8-1D44-8EE494966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Acceptar comandes a repartir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0961B6-9507-206C-1593-D9ED0517A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13</a:t>
            </a:fld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187E8EB-C7FB-12B8-1655-25AC25672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233" y="2274949"/>
            <a:ext cx="4715533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75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B293A-C806-D336-1AC9-35357AC79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3A2BC6E-E1AE-394E-0730-9A7CD3028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14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0BA75B5-A266-01A3-574C-CE8D41393DEF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45A0F68-D9A0-0547-9527-AB1CDB7D0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42965"/>
            <a:ext cx="12192000" cy="417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553207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3BD3DC6F0E81D4FA56575A4B7B24AF5" ma:contentTypeVersion="14" ma:contentTypeDescription="Crear nuevo documento." ma:contentTypeScope="" ma:versionID="ded3d347f3a98b31a82ee0cc093f824b">
  <xsd:schema xmlns:xsd="http://www.w3.org/2001/XMLSchema" xmlns:xs="http://www.w3.org/2001/XMLSchema" xmlns:p="http://schemas.microsoft.com/office/2006/metadata/properties" xmlns:ns3="7b814fa0-4f1b-4d56-8a36-064af1e36e66" xmlns:ns4="b1fa7ccf-aa4f-4f27-84db-07667d020acb" targetNamespace="http://schemas.microsoft.com/office/2006/metadata/properties" ma:root="true" ma:fieldsID="fe3adeea5df1e60fd0d7c7fb86895927" ns3:_="" ns4:_="">
    <xsd:import namespace="7b814fa0-4f1b-4d56-8a36-064af1e36e66"/>
    <xsd:import namespace="b1fa7ccf-aa4f-4f27-84db-07667d020ac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814fa0-4f1b-4d56-8a36-064af1e36e6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fa7ccf-aa4f-4f27-84db-07667d020a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b814fa0-4f1b-4d56-8a36-064af1e36e66">
      <UserInfo>
        <DisplayName/>
        <AccountId xsi:nil="true"/>
        <AccountType/>
      </UserInfo>
    </SharedWithUsers>
    <_activity xmlns="b1fa7ccf-aa4f-4f27-84db-07667d020ac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77A2FCE-FB77-4A2D-98B9-B8BD51BEE8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814fa0-4f1b-4d56-8a36-064af1e36e66"/>
    <ds:schemaRef ds:uri="b1fa7ccf-aa4f-4f27-84db-07667d020a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BF3923-D9E5-4962-BBB8-690B0ABC4F42}">
  <ds:schemaRefs>
    <ds:schemaRef ds:uri="http://www.w3.org/XML/1998/namespace"/>
    <ds:schemaRef ds:uri="b1fa7ccf-aa4f-4f27-84db-07667d020acb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7b814fa0-4f1b-4d56-8a36-064af1e36e66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4171512-FDE1-4E49-B7EA-58AD2B3337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8923</TotalTime>
  <Words>37</Words>
  <Application>Microsoft Office PowerPoint</Application>
  <PresentationFormat>Panorámica</PresentationFormat>
  <Paragraphs>21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Neue Haas Grotesk Text Pro</vt:lpstr>
      <vt:lpstr>AccentBoxVTI</vt:lpstr>
      <vt:lpstr>Valorar comandes</vt:lpstr>
      <vt:lpstr>Presentación de PowerPoint</vt:lpstr>
      <vt:lpstr>Fer comandes</vt:lpstr>
      <vt:lpstr>Presentación de PowerPoint</vt:lpstr>
      <vt:lpstr>Modificar ingredients addicionals</vt:lpstr>
      <vt:lpstr>Presentación de PowerPoint</vt:lpstr>
      <vt:lpstr>Escollir qui reparteix</vt:lpstr>
      <vt:lpstr>Presentación de PowerPoint</vt:lpstr>
      <vt:lpstr>Triar data i hora</vt:lpstr>
      <vt:lpstr>Presentación de PowerPoint</vt:lpstr>
      <vt:lpstr>Veure comandes pendents a repartir</vt:lpstr>
      <vt:lpstr>Presentación de PowerPoint</vt:lpstr>
      <vt:lpstr>Acceptar comandes a repartir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Enginyeria del Software</dc:title>
  <dc:creator>Jorge Bernal del Nozal</dc:creator>
  <cp:lastModifiedBy>Marc Sala Tarré</cp:lastModifiedBy>
  <cp:revision>48</cp:revision>
  <dcterms:created xsi:type="dcterms:W3CDTF">2023-02-10T08:32:17Z</dcterms:created>
  <dcterms:modified xsi:type="dcterms:W3CDTF">2026-06-11T12:32:02Z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0x01010063BD3DC6F0E81D4FA56575A4B7B24AF5</vt:lpwstr>
  </property>
  <property fmtid="{D5CDD505-2E9C-101B-9397-08002B2CF9AE}" pid="3" name="Order">
    <vt:r8>1700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ComplianceAssetId">
    <vt:lpwstr/>
  </property>
</Properties>
</file>