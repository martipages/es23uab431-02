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1"/>
  </p:notesMasterIdLst>
  <p:sldIdLst>
    <p:sldId id="439" r:id="rId5"/>
    <p:sldId id="440" r:id="rId6"/>
    <p:sldId id="433" r:id="rId7"/>
    <p:sldId id="434" r:id="rId8"/>
    <p:sldId id="435" r:id="rId9"/>
    <p:sldId id="436" r:id="rId10"/>
    <p:sldId id="437" r:id="rId11"/>
    <p:sldId id="438" r:id="rId12"/>
    <p:sldId id="465" r:id="rId13"/>
    <p:sldId id="466" r:id="rId14"/>
    <p:sldId id="467" r:id="rId15"/>
    <p:sldId id="468" r:id="rId16"/>
    <p:sldId id="469" r:id="rId17"/>
    <p:sldId id="470" r:id="rId18"/>
    <p:sldId id="471" r:id="rId19"/>
    <p:sldId id="472" r:id="rId2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13" autoAdjust="0"/>
    <p:restoredTop sz="94660"/>
  </p:normalViewPr>
  <p:slideViewPr>
    <p:cSldViewPr snapToGrid="0">
      <p:cViewPr varScale="1">
        <p:scale>
          <a:sx n="82" d="100"/>
          <a:sy n="82" d="100"/>
        </p:scale>
        <p:origin x="74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5D73-ED91-EDF0-3EB4-D20FF9D61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6FF6D-FEA8-5CE5-E58A-69BB039F7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Oferir conjunt de plats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371FD7-42EE-2493-0A84-EE11DB38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B256F13-C67B-0300-2552-5756FA96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07" y="2017949"/>
            <a:ext cx="4286534" cy="4840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11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00E6-5BFB-D3C1-0A2B-DE60417F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7F93B-4584-FBBD-FD46-C003A9626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B2814FC-9360-2152-0C9D-DBA66E0FA18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F7CFD1-C7C0-E483-0617-28473B909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2886" y="0"/>
            <a:ext cx="52862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67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8FF06-C4A3-BE88-CFFE-BC12F514F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1731F-3255-743D-F65D-98D44F345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xats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1B35F19-BF5C-4FB0-1628-AFF8899E4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80CE56-60AB-932F-1362-8607FB2D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635" y="2153953"/>
            <a:ext cx="5509550" cy="4496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40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B189E-A6E0-F2C3-6062-22D7388F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795CC8-4880-3A68-3A79-9609F9FF5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5A363ED-EBF3-CAFA-4F24-AAAFFE34F99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3344118-DA5E-45C0-E6BE-62BA981FC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2334" y="0"/>
            <a:ext cx="80073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4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BC4A-5A49-8538-286B-1873715D9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E896F2-92E6-1DBF-01C4-23E7CA6C0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Xatejar entre cuiner i client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7497E4-1997-90F1-F0C8-F751E57D1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795FFC4-6BBA-00D4-E47C-D3CF8217DC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520" y="1970067"/>
            <a:ext cx="4184959" cy="475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24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81B45-AB4E-963C-8450-844D63BBF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DB252D-ED08-B2EF-794B-E65B9CDC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18B3C9F-879F-DB16-ECC2-3AD642189E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A49A770-7C04-F771-79F8-F8D630DB7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926" y="0"/>
            <a:ext cx="62521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765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5A73B-4535-9C68-9474-ADDAF8B55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D7320-7E91-42A1-C654-18CF88C6F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el menú de propostes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B441DF-E435-EE86-D41F-F6081433A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903E090-35AC-BCDC-CF03-FA28F35A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497" y="2575959"/>
            <a:ext cx="4706007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7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857E3-653A-CD66-0209-721F8DA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F9B677-24B1-7AF4-3EC0-716C64E01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266613-7CEE-0D23-13C8-89A96EEA4D9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2C869F-91EA-31E9-7420-0BE2D417F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588" y="0"/>
            <a:ext cx="7122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618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CE72-F48A-97A7-690D-D51495345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D87C2C-BCB2-B0D0-692B-CEC880AEF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proposta de plat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72FE841-4DBF-C2B9-CEB7-F0ACDB97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C6F86BB-1C94-D033-5741-65A67A625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013995"/>
            <a:ext cx="4444774" cy="484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53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7572F-8DFC-27C6-044B-C83D33327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42ADDAD-9C50-AD1A-4726-13465CC7D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F890A98-50B9-EC23-66A8-F6E17A6DB8FB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A623A1-91FD-C621-13B4-AD45BFD75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667" y="0"/>
            <a:ext cx="96486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785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D6673-2EED-550A-7EA3-29B02F7B8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4BACDB-57E3-E732-5ADA-DFFF4A94B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Veure reserves de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F76B37-C224-691A-3838-FDACD2D86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38C216C-CDEE-BFC8-3D51-D912C0F6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647" y="2241617"/>
            <a:ext cx="4706007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389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1BF1F-BFFA-A8FC-4CC8-A7AD21C63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E42728-59D3-A307-3942-F6CBEFE3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414FDC3-D39D-5595-4AEF-FBE2696D02E1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3DD8BA0-4B02-D6E3-5465-EBF467F6E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308" y="0"/>
            <a:ext cx="71993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2562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7410A-3A4C-E462-7B5C-EC96A3CC0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190F4E-3743-0411-E380-5A6C322EB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Acceptar comandes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259C97-6AC0-972D-AF67-8B4E04C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45B8D0B-B58E-F25D-C549-DF76B14D8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908" y="1980733"/>
            <a:ext cx="4442184" cy="474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528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3F72-0CAB-D451-1797-F064D0B86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D6A2EA-C63F-DDCB-62FF-81F080BA3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A2F4D35-6768-75F3-883E-4C18FCE1D8C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021384-BF18-897D-F3C8-AEA480BEB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011" y="0"/>
            <a:ext cx="81299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50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85436-30E1-053D-0C11-4C1F91B97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8F3BC-EB47-8410-1B74-16A1D887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Indicar Disponibilitat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B8ED0BF-B0F5-A84E-AECE-0F3E8E7A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513B8F-4839-5F95-A505-FDF64BC2F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7760" y="2261590"/>
            <a:ext cx="4696480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661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506DB-2C05-6ED6-B717-5423333C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26127A-ACFD-B7F0-54B7-B8DF0D88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A181127-6227-250E-11C4-A078D35DE3CE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63A1C2-59D5-79D1-4397-67AB9F42B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366" y="0"/>
            <a:ext cx="52132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1342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8938</TotalTime>
  <Words>44</Words>
  <Application>Microsoft Office PowerPoint</Application>
  <PresentationFormat>Panorámica</PresentationFormat>
  <Paragraphs>24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Neue Haas Grotesk Text Pro</vt:lpstr>
      <vt:lpstr>AccentBoxVTI</vt:lpstr>
      <vt:lpstr>Oferir conjunt de plats</vt:lpstr>
      <vt:lpstr>Presentación de PowerPoint</vt:lpstr>
      <vt:lpstr>Veure xats</vt:lpstr>
      <vt:lpstr>Presentación de PowerPoint</vt:lpstr>
      <vt:lpstr>Xatejar entre cuiner i client</vt:lpstr>
      <vt:lpstr>Presentación de PowerPoint</vt:lpstr>
      <vt:lpstr>Veure el menú de propostes</vt:lpstr>
      <vt:lpstr>Presentación de PowerPoint</vt:lpstr>
      <vt:lpstr>Acceptar proposta de plat</vt:lpstr>
      <vt:lpstr>Presentación de PowerPoint</vt:lpstr>
      <vt:lpstr>Veure reserves de comandes</vt:lpstr>
      <vt:lpstr>Presentación de PowerPoint</vt:lpstr>
      <vt:lpstr>Acceptar comandes</vt:lpstr>
      <vt:lpstr>Presentación de PowerPoint</vt:lpstr>
      <vt:lpstr>Indicar Disponibilitat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Martí Pagès Sánchez</cp:lastModifiedBy>
  <cp:revision>47</cp:revision>
  <dcterms:created xsi:type="dcterms:W3CDTF">2023-02-10T08:32:17Z</dcterms:created>
  <dcterms:modified xsi:type="dcterms:W3CDTF">2026-06-11T10:01:14Z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