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21"/>
  </p:notesMasterIdLst>
  <p:sldIdLst>
    <p:sldId id="439" r:id="rId5"/>
    <p:sldId id="440" r:id="rId6"/>
    <p:sldId id="433" r:id="rId7"/>
    <p:sldId id="434" r:id="rId8"/>
    <p:sldId id="435" r:id="rId9"/>
    <p:sldId id="436" r:id="rId10"/>
    <p:sldId id="437" r:id="rId11"/>
    <p:sldId id="438" r:id="rId12"/>
    <p:sldId id="465" r:id="rId13"/>
    <p:sldId id="466" r:id="rId14"/>
    <p:sldId id="467" r:id="rId15"/>
    <p:sldId id="468" r:id="rId16"/>
    <p:sldId id="469" r:id="rId17"/>
    <p:sldId id="470" r:id="rId18"/>
    <p:sldId id="471" r:id="rId19"/>
    <p:sldId id="472" r:id="rId20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D9D9D9"/>
    <a:srgbClr val="FEF8BE"/>
    <a:srgbClr val="B8CCE4"/>
    <a:srgbClr val="7693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13" autoAdjust="0"/>
    <p:restoredTop sz="94660"/>
  </p:normalViewPr>
  <p:slideViewPr>
    <p:cSldViewPr snapToGrid="0">
      <p:cViewPr varScale="1">
        <p:scale>
          <a:sx n="76" d="100"/>
          <a:sy n="76" d="100"/>
        </p:scale>
        <p:origin x="86" y="1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9ECDAD-75E1-4BC4-AB86-9BA5DFF857B3}" type="datetimeFigureOut">
              <a:rPr lang="en-GB" smtClean="0"/>
              <a:t>11/06/2026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AA5E4-F832-4E78-BDC0-6CAA09567E07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5486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31DCF8F9-FE1E-467E-9B82-0FEB758F2FA6}" type="datetime1">
              <a:rPr lang="en-US" smtClean="0"/>
              <a:t>6/11/2026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095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6219CF75-0ECC-4E76-B636-3ABF46261502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978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4E8BD-E6E8-42B0-9E1C-58D2F9C64A0C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33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D7AFBA47-0BC8-4C75-9B10-88B9F496CCB1}" type="datetime1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23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84512E72-AC33-43BA-BEE9-4FD4948C58D8}" type="datetime1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817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76718-59A8-49B1-AEC5-3662572A144D}" type="datetime1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45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EC767-5C82-4733-81D6-0B6B22CAF0EE}" type="datetime1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545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E4D41E06-6C86-4754-846D-56519DFF1F50}" type="datetime1">
              <a:rPr lang="en-US" smtClean="0"/>
              <a:t>6/11/2026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660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6D8A39B2-B176-40DF-B22F-280C511548AF}" type="datetime1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420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AE393-D011-4B55-A9B6-0BBC79EF96B0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955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D0C2F-F497-4247-8BB2-5746400D850B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BAA1BC-C245-4537-A704-02F8919D151B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580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A5D73-ED91-EDF0-3EB4-D20FF9D61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E6FF6D-FEA8-5CE5-E58A-69BB039F7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Oferir conjunt de plats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D371FD7-42EE-2493-0A84-EE11DB382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B256F13-C67B-0300-2552-5756FA96B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1307" y="2017949"/>
            <a:ext cx="4286534" cy="4840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119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F00E6-5BFB-D3C1-0A2B-DE60417FF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027F93B-4584-FBBD-FD46-C003A9626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B2814FC-9360-2152-0C9D-DBA66E0FA181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2F7CFD1-C7C0-E483-0617-28473B9095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2886" y="0"/>
            <a:ext cx="52862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867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8FF06-C4A3-BE88-CFFE-BC12F514F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51731F-3255-743D-F65D-98D44F345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Veure xats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1B35F19-BF5C-4FB0-1628-AFF8899E4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980CE56-60AB-932F-1362-8607FB2DD6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5635" y="2153953"/>
            <a:ext cx="5509550" cy="4496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5406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B189E-A6E0-F2C3-6062-22D7388F3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2795CC8-4880-3A68-3A79-9609F9FF5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5A363ED-EBF3-CAFA-4F24-AAAFFE34F997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514A50A-4429-91DD-28B1-E972BBF718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2570" y="0"/>
            <a:ext cx="78268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04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5BC4A-5A49-8538-286B-1873715D9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E896F2-92E6-1DBF-01C4-23E7CA6C0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Xatejar entre cuiner i client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37497E4-1997-90F1-F0C8-F751E57D1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5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795FFC4-6BBA-00D4-E47C-D3CF8217DC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3520" y="1970067"/>
            <a:ext cx="4184959" cy="4751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924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81B45-AB4E-963C-8450-844D63BBF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9DB252D-ED08-B2EF-794B-E65B9CDC2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6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18B3C9F-879F-DB16-ECC2-3AD642189EE1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A49A770-7C04-F771-79F8-F8D630DB73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9926" y="0"/>
            <a:ext cx="62521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765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5A73B-4535-9C68-9474-ADDAF8B55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0D7320-7E91-42A1-C654-18CF88C6F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Veure el menú de propostes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0B441DF-E435-EE86-D41F-F6081433A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7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903E090-35AC-BCDC-CF03-FA28F35AE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497" y="2575959"/>
            <a:ext cx="4706007" cy="3962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372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857E3-653A-CD66-0209-721F8DA3B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EF9B677-24B1-7AF4-3EC0-716C64E01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8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6266613-7CEE-0D23-13C8-89A96EEA4D96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22C869F-91EA-31E9-7420-0BE2D417F8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588" y="0"/>
            <a:ext cx="71228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618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9CE72-F48A-97A7-690D-D51495345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D87C2C-BCB2-B0D0-692B-CEC880AEF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Acceptar proposta de plat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72FE841-4DBF-C2B9-CEB7-F0ACDB972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9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C6F86BB-1C94-D033-5741-65A67A625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505" y="2013995"/>
            <a:ext cx="4444774" cy="4844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353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7572F-8DFC-27C6-044B-C83D33327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42ADDAD-9C50-AD1A-4726-13465CC7D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10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F890A98-50B9-EC23-66A8-F6E17A6DB8FB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6A623A1-91FD-C621-13B4-AD45BFD758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1667" y="0"/>
            <a:ext cx="96486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7850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D6673-2EED-550A-7EA3-29B02F7B8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4BACDB-57E3-E732-5ADA-DFFF4A94B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Veure reserves de comandes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3F76B37-C224-691A-3838-FDACD2D86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11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38C216C-CDEE-BFC8-3D51-D912C0F66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647" y="2241617"/>
            <a:ext cx="4706007" cy="4067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3895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1BF1F-BFFA-A8FC-4CC8-A7AD21C63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DE42728-59D3-A307-3942-F6CBEFE34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12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414FDC3-D39D-5595-4AEF-FBE2696D02E1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3DD8BA0-4B02-D6E3-5465-EBF467F6ED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6308" y="0"/>
            <a:ext cx="71993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2562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7410A-3A4C-E462-7B5C-EC96A3CC0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190F4E-3743-0411-E380-5A6C322EB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Acceptar comandes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8259C97-6AC0-972D-AF67-8B4E04C2D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13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45B8D0B-B58E-F25D-C549-DF76B14D8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4908" y="1980733"/>
            <a:ext cx="4442184" cy="4740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528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D3F72-0CAB-D451-1797-F064D0B86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6D6A2EA-C63F-DDCB-62FF-81F080BA3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A2F4D35-6768-75F3-883E-4C18FCE1D8C7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3021384-BF18-897D-F3C8-AEA480BEB6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1011" y="0"/>
            <a:ext cx="81299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2504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85436-30E1-053D-0C11-4C1F91B97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D8F3BC-EB47-8410-1B74-16A1D887E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Indicar Disponibilitat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B8ED0BF-B0F5-A84E-AECE-0F3E8E7AA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15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5513B8F-4839-5F95-A505-FDF64BC2F2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7760" y="2261590"/>
            <a:ext cx="4696480" cy="4277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6613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506DB-2C05-6ED6-B717-5423333C7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226127A-ACFD-B7F0-54B7-B8DF0D880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16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A181127-6227-250E-11C4-A078D35DE3CE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1C0A582-3161-B108-3D5A-DFE664107A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9366" y="0"/>
            <a:ext cx="52132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913424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3BD3DC6F0E81D4FA56575A4B7B24AF5" ma:contentTypeVersion="14" ma:contentTypeDescription="Crear nuevo documento." ma:contentTypeScope="" ma:versionID="ded3d347f3a98b31a82ee0cc093f824b">
  <xsd:schema xmlns:xsd="http://www.w3.org/2001/XMLSchema" xmlns:xs="http://www.w3.org/2001/XMLSchema" xmlns:p="http://schemas.microsoft.com/office/2006/metadata/properties" xmlns:ns3="7b814fa0-4f1b-4d56-8a36-064af1e36e66" xmlns:ns4="b1fa7ccf-aa4f-4f27-84db-07667d020acb" targetNamespace="http://schemas.microsoft.com/office/2006/metadata/properties" ma:root="true" ma:fieldsID="fe3adeea5df1e60fd0d7c7fb86895927" ns3:_="" ns4:_="">
    <xsd:import namespace="7b814fa0-4f1b-4d56-8a36-064af1e36e66"/>
    <xsd:import namespace="b1fa7ccf-aa4f-4f27-84db-07667d020acb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814fa0-4f1b-4d56-8a36-064af1e36e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fa7ccf-aa4f-4f27-84db-07667d020a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b814fa0-4f1b-4d56-8a36-064af1e36e66">
      <UserInfo>
        <DisplayName/>
        <AccountId xsi:nil="true"/>
        <AccountType/>
      </UserInfo>
    </SharedWithUsers>
    <_activity xmlns="b1fa7ccf-aa4f-4f27-84db-07667d020acb" xsi:nil="true"/>
  </documentManagement>
</p:properties>
</file>

<file path=customXml/itemProps1.xml><?xml version="1.0" encoding="utf-8"?>
<ds:datastoreItem xmlns:ds="http://schemas.openxmlformats.org/officeDocument/2006/customXml" ds:itemID="{E77A2FCE-FB77-4A2D-98B9-B8BD51BEE8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b814fa0-4f1b-4d56-8a36-064af1e36e66"/>
    <ds:schemaRef ds:uri="b1fa7ccf-aa4f-4f27-84db-07667d020a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4171512-FDE1-4E49-B7EA-58AD2B33372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FBF3923-D9E5-4962-BBB8-690B0ABC4F42}">
  <ds:schemaRefs>
    <ds:schemaRef ds:uri="http://www.w3.org/XML/1998/namespace"/>
    <ds:schemaRef ds:uri="b1fa7ccf-aa4f-4f27-84db-07667d020acb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b814fa0-4f1b-4d56-8a36-064af1e36e66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8976</TotalTime>
  <Words>44</Words>
  <Application>Microsoft Office PowerPoint</Application>
  <PresentationFormat>Panorámica</PresentationFormat>
  <Paragraphs>24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Calibri</vt:lpstr>
      <vt:lpstr>Neue Haas Grotesk Text Pro</vt:lpstr>
      <vt:lpstr>AccentBoxVTI</vt:lpstr>
      <vt:lpstr>Oferir conjunt de plats</vt:lpstr>
      <vt:lpstr>Presentación de PowerPoint</vt:lpstr>
      <vt:lpstr>Veure xats</vt:lpstr>
      <vt:lpstr>Presentación de PowerPoint</vt:lpstr>
      <vt:lpstr>Xatejar entre cuiner i client</vt:lpstr>
      <vt:lpstr>Presentación de PowerPoint</vt:lpstr>
      <vt:lpstr>Veure el menú de propostes</vt:lpstr>
      <vt:lpstr>Presentación de PowerPoint</vt:lpstr>
      <vt:lpstr>Acceptar proposta de plat</vt:lpstr>
      <vt:lpstr>Presentación de PowerPoint</vt:lpstr>
      <vt:lpstr>Veure reserves de comandes</vt:lpstr>
      <vt:lpstr>Presentación de PowerPoint</vt:lpstr>
      <vt:lpstr>Acceptar comandes</vt:lpstr>
      <vt:lpstr>Presentación de PowerPoint</vt:lpstr>
      <vt:lpstr>Indicar Disponibilitat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Enginyeria del Software</dc:title>
  <dc:creator>Jorge Bernal del Nozal</dc:creator>
  <cp:lastModifiedBy>Martí Pagès Sánchez</cp:lastModifiedBy>
  <cp:revision>49</cp:revision>
  <dcterms:created xsi:type="dcterms:W3CDTF">2023-02-10T08:32:17Z</dcterms:created>
  <dcterms:modified xsi:type="dcterms:W3CDTF">2026-06-11T16:31:56Z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0x01010063BD3DC6F0E81D4FA56575A4B7B24AF5</vt:lpwstr>
  </property>
  <property fmtid="{D5CDD505-2E9C-101B-9397-08002B2CF9AE}" pid="3" name="Order">
    <vt:r8>1700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ComplianceAssetId">
    <vt:lpwstr/>
  </property>
</Properties>
</file>