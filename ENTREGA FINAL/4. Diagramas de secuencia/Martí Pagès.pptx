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1"/>
  </p:notesMasterIdLst>
  <p:sldIdLst>
    <p:sldId id="439" r:id="rId5"/>
    <p:sldId id="440" r:id="rId6"/>
    <p:sldId id="433" r:id="rId7"/>
    <p:sldId id="434" r:id="rId8"/>
    <p:sldId id="435" r:id="rId9"/>
    <p:sldId id="436" r:id="rId10"/>
    <p:sldId id="437" r:id="rId11"/>
    <p:sldId id="438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5D73-ED91-EDF0-3EB4-D20FF9D6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6FF6D-FEA8-5CE5-E58A-69BB039F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Oferir conjunt de plats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71FD7-42EE-2493-0A84-EE11DB38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256F13-C67B-0300-2552-5756FA96B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2017949"/>
            <a:ext cx="4286534" cy="48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0E6-5BFB-D3C1-0A2B-DE60417F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7F93B-4584-FBBD-FD46-C003A962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2814FC-9360-2152-0C9D-DBA66E0FA18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F7CFD1-C7C0-E483-0617-28473B909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86" y="0"/>
            <a:ext cx="5286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FF06-C4A3-BE88-CFFE-BC12F514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731F-3255-743D-F65D-98D44F3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Veure xats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B35F19-BF5C-4FB0-1628-AFF8899E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80CE56-60AB-932F-1362-8607FB2D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35" y="2153953"/>
            <a:ext cx="5509550" cy="44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189E-A6E0-F2C3-6062-22D7388F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795CC8-4880-3A68-3A79-9609F9FF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A363ED-EBF3-CAFA-4F24-AAAFFE34F99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344118-DA5E-45C0-E6BE-62BA981FC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334" y="0"/>
            <a:ext cx="8007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BC4A-5A49-8538-286B-1873715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96F2-92E6-1DBF-01C4-23E7CA6C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Xatejar entre cuiner i client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497E4-1997-90F1-F0C8-F751E57D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95FFC4-6BBA-00D4-E47C-D3CF8217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20" y="1970067"/>
            <a:ext cx="4184959" cy="47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2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1B45-AB4E-963C-8450-844D63BB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B252D-ED08-B2EF-794B-E65B9CDC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8B3C9F-879F-DB16-ECC2-3AD642189E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07597E-31FB-12D3-0A76-6D9D7A19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45" y="0"/>
            <a:ext cx="5995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5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A73B-4535-9C68-9474-ADDAF8B5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7320-7E91-42A1-C654-18CF88C6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Veure el menú de propostes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B441DF-E435-EE86-D41F-F6081433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03E090-35AC-BCDC-CF03-FA28F35A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97" y="2575959"/>
            <a:ext cx="470600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57E3-653A-CD66-0209-721F8DA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F9B677-24B1-7AF4-3EC0-716C64E0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266613-7CEE-0D23-13C8-89A96EEA4D9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2C869F-91EA-31E9-7420-0BE2D417F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588" y="0"/>
            <a:ext cx="7122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1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E72-F48A-97A7-690D-D5149534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87C2C-BCB2-B0D0-692B-CEC880AE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Acceptar proposta de plat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2FE841-4DBF-C2B9-CEB7-F0ACDB97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6F86BB-1C94-D033-5741-65A67A62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013995"/>
            <a:ext cx="4444774" cy="484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5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572F-8DFC-27C6-044B-C83D333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2ADDAD-9C50-AD1A-4726-13465CC7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890A98-50B9-EC23-66A8-F6E17A6DB8F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A623A1-91FD-C621-13B4-AD45BFD7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667" y="0"/>
            <a:ext cx="9648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5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6673-2EED-550A-7EA3-29B02F7B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BACDB-57E3-E732-5ADA-DFFF4A94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Veure reserves de comandes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F76B37-C224-691A-3838-FDACD2D8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8C216C-CDEE-BFC8-3D51-D912C0F6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47" y="2241617"/>
            <a:ext cx="470600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9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BF1F-BFFA-A8FC-4CC8-A7AD21C6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E42728-59D3-A307-3942-F6CBEFE3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14FDC3-D39D-5595-4AEF-FBE2696D02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DD8BA0-4B02-D6E3-5465-EBF467F6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08" y="0"/>
            <a:ext cx="7199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5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7410A-3A4C-E462-7B5C-EC96A3CC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90F4E-3743-0411-E380-5A6C322E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Acceptar comandes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259C97-6AC0-972D-AF67-8B4E04C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5B8D0B-B58E-F25D-C549-DF76B14D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908" y="1980733"/>
            <a:ext cx="4442184" cy="47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28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3F72-0CAB-D451-1797-F064D0B8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6A2EA-C63F-DDCB-62FF-81F080BA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A2F4D35-6768-75F3-883E-4C18FCE1D8C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021384-BF18-897D-F3C8-AEA480BE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11" y="0"/>
            <a:ext cx="8129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50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5436-30E1-053D-0C11-4C1F91B9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8F3BC-EB47-8410-1B74-16A1D887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Indicar Disponibilitat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8ED0BF-B0F5-A84E-AECE-0F3E8E7A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13B8F-4839-5F95-A505-FDF64BC2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60" y="2261590"/>
            <a:ext cx="469648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61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06DB-2C05-6ED6-B717-5423333C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26127A-ACFD-B7F0-54B7-B8DF0D8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181127-6227-250E-11C4-A078D35DE3CE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63A1C2-59D5-79D1-4397-67AB9F42B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366" y="0"/>
            <a:ext cx="5213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1342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8912</TotalTime>
  <Words>44</Words>
  <Application>Microsoft Office PowerPoint</Application>
  <PresentationFormat>Panorámica</PresentationFormat>
  <Paragraphs>24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Neue Haas Grotesk Text Pro</vt:lpstr>
      <vt:lpstr>AccentBoxVTI</vt:lpstr>
      <vt:lpstr>Oferir conjunt de plats</vt:lpstr>
      <vt:lpstr>Presentación de PowerPoint</vt:lpstr>
      <vt:lpstr>Veure xats</vt:lpstr>
      <vt:lpstr>Presentación de PowerPoint</vt:lpstr>
      <vt:lpstr>Xatejar entre cuiner i client</vt:lpstr>
      <vt:lpstr>Presentación de PowerPoint</vt:lpstr>
      <vt:lpstr>Veure el menú de propostes</vt:lpstr>
      <vt:lpstr>Presentación de PowerPoint</vt:lpstr>
      <vt:lpstr>Acceptar proposta de plat</vt:lpstr>
      <vt:lpstr>Presentación de PowerPoint</vt:lpstr>
      <vt:lpstr>Veure reserves de comandes</vt:lpstr>
      <vt:lpstr>Presentación de PowerPoint</vt:lpstr>
      <vt:lpstr>Acceptar comandes</vt:lpstr>
      <vt:lpstr>Presentación de PowerPoint</vt:lpstr>
      <vt:lpstr>Indicar Disponibilitat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Marc Sala Tarré</cp:lastModifiedBy>
  <cp:revision>46</cp:revision>
  <dcterms:created xsi:type="dcterms:W3CDTF">2023-02-10T08:32:17Z</dcterms:created>
  <dcterms:modified xsi:type="dcterms:W3CDTF">2026-06-11T08:49:36Z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