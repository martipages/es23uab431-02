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ca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62911ae8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62911ae8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0ebfa17f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0ebfa17f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0ebfa17f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0ebfa17f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606ef265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9606ef265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606ef265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9606ef265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0ebfa17f5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0ebfa17f5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606ef2651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606ef265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9606ef2651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034c6c353_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034c6c353_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034c6c353_3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DABD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6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6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BBC9C9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6.gif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martipages/ES23UAB431-02" TargetMode="External"/><Relationship Id="rId4" Type="http://schemas.openxmlformats.org/officeDocument/2006/relationships/hyperlink" Target="https://trello.com/invite/scrum437/ATTIc166beb62bacfa5bbf853a2924096fefE73BEFBC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gif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5.gif"/><Relationship Id="rId8" Type="http://schemas.openxmlformats.org/officeDocument/2006/relationships/image" Target="../media/image25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3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3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</a:t>
            </a:r>
            <a:r>
              <a:rPr lang="ca-ES">
                <a:solidFill>
                  <a:schemeClr val="dk1"/>
                </a:solidFill>
              </a:rPr>
              <a:t>431-02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01: Requisits Funcionals i No Funcionals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Composició de l’equip </a:t>
            </a:r>
            <a:endParaRPr/>
          </a:p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68575" y="3679400"/>
            <a:ext cx="20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1800">
                <a:solidFill>
                  <a:schemeClr val="dk1"/>
                </a:solidFill>
                <a:highlight>
                  <a:srgbClr val="DABDBD"/>
                </a:highlight>
              </a:rPr>
              <a:t>Alejandro Ibarra</a:t>
            </a:r>
            <a:endParaRPr b="1" sz="1800">
              <a:solidFill>
                <a:schemeClr val="dk1"/>
              </a:solidFill>
              <a:highlight>
                <a:srgbClr val="DABDBD"/>
              </a:highlight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1800">
                <a:solidFill>
                  <a:schemeClr val="dk1"/>
                </a:solidFill>
                <a:highlight>
                  <a:srgbClr val="DABDBD"/>
                </a:highlight>
              </a:rPr>
              <a:t>Amaro</a:t>
            </a:r>
            <a:endParaRPr b="1" sz="1800">
              <a:solidFill>
                <a:schemeClr val="dk1"/>
              </a:solidFill>
              <a:highlight>
                <a:srgbClr val="DABDBD"/>
              </a:highlight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3582275" y="3708013"/>
            <a:ext cx="135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Marc Sala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Tarré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1266388" y="5994100"/>
            <a:ext cx="162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Martí Pagès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  Sánchez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3352025" y="5945575"/>
            <a:ext cx="181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Hug Capafons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Cuadra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4" name="Google Shape;12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648" y="2239850"/>
            <a:ext cx="1354576" cy="13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/>
          <p:cNvPicPr preferRelativeResize="0"/>
          <p:nvPr/>
        </p:nvPicPr>
        <p:blipFill rotWithShape="1">
          <a:blip r:embed="rId4">
            <a:alphaModFix/>
          </a:blip>
          <a:srcRect b="0" l="0" r="0" t="12034"/>
          <a:stretch/>
        </p:blipFill>
        <p:spPr>
          <a:xfrm>
            <a:off x="3474325" y="4410850"/>
            <a:ext cx="1555899" cy="15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950" y="2182600"/>
            <a:ext cx="1434651" cy="146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1662" y="4410847"/>
            <a:ext cx="1354575" cy="157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title="Team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16975" y="2387299"/>
            <a:ext cx="3606800" cy="360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30441" y="2239849"/>
            <a:ext cx="559175" cy="44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Tasques fetes al sprint (1)</a:t>
            </a:r>
            <a:endParaRPr/>
          </a:p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97925" y="3079250"/>
            <a:ext cx="5687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Tasca 1: </a:t>
            </a:r>
            <a:r>
              <a:rPr lang="ca-ES" sz="1800">
                <a:solidFill>
                  <a:schemeClr val="dk1"/>
                </a:solidFill>
              </a:rPr>
              <a:t>Fer Trello i Github </a:t>
            </a:r>
            <a:r>
              <a:rPr lang="ca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ca-ES" sz="1800">
                <a:solidFill>
                  <a:schemeClr val="dk1"/>
                </a:solidFill>
              </a:rPr>
              <a:t>Alejandro Ibarra + Martí Pagès</a:t>
            </a:r>
            <a:r>
              <a:rPr lang="ca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2: Assignar Puntuació de tasques i fer Burndown Chart (Alejandro Ibarra)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3: Requisits grup 1 (Martí Pagès)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4: Requisits grup 2 (Hug Capafons)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5: Requisits grup 3+4 (Alejandro Ibarra)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6: Requisits grup 5+6 (Marc Sala)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7: Perfils Usuari (Marc Sala)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8: Preparació Power Point (Alejandro Ibarra)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9: "Arranjaments" Power Point (Martí Pagès)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7" name="Google Shape;137;p15" title="Diar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0500" y="3419741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Tasques fetes al sprint (2)</a:t>
            </a:r>
            <a:endParaRPr/>
          </a:p>
        </p:txBody>
      </p:sp>
      <p:sp>
        <p:nvSpPr>
          <p:cNvPr id="143" name="Google Shape;143;p16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97925" y="3079250"/>
            <a:ext cx="7161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10: Reestructurar story points (Alejandro Ibarra)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11: Distribució de tasques segons feedback (Alejandro Ibarra)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12: Replantejar noms de requisits (Martí Pagès)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13: Afegir nous tipus d’usuaris (Marc Sala)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14: </a:t>
            </a:r>
            <a:r>
              <a:rPr lang="ca-ES" sz="1800">
                <a:solidFill>
                  <a:schemeClr val="dk1"/>
                </a:solidFill>
              </a:rPr>
              <a:t>Reduir </a:t>
            </a:r>
            <a:r>
              <a:rPr lang="ca-ES" sz="1800">
                <a:solidFill>
                  <a:schemeClr val="dk1"/>
                </a:solidFill>
              </a:rPr>
              <a:t> requisits redundants (Hug Capafons)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15: Actualitzar Github concordement</a:t>
            </a:r>
            <a:r>
              <a:rPr b="1" lang="ca-ES" sz="1800">
                <a:solidFill>
                  <a:schemeClr val="dk1"/>
                </a:solidFill>
              </a:rPr>
              <a:t> </a:t>
            </a:r>
            <a:r>
              <a:rPr lang="ca-ES" sz="1800">
                <a:solidFill>
                  <a:schemeClr val="dk1"/>
                </a:solidFill>
              </a:rPr>
              <a:t>(Tots)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16: Actualitzar powerpoint (Alejandro Ibarra)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5" name="Google Shape;145;p16" title="Diar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0500" y="3419741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ca-ES"/>
              <a:t>Perfils d’usuari a l’aplicació QUEMENGES (1)</a:t>
            </a:r>
            <a:endParaRPr/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697701" y="2225650"/>
            <a:ext cx="5586000" cy="4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ca-ES">
                <a:solidFill>
                  <a:schemeClr val="dk1"/>
                </a:solidFill>
              </a:rPr>
              <a:t>Client</a:t>
            </a:r>
            <a:r>
              <a:rPr lang="ca-ES">
                <a:solidFill>
                  <a:schemeClr val="dk1"/>
                </a:solidFill>
              </a:rPr>
              <a:t>: És el consumidor. Consulta plats o cuiners, realitza i gestiona comandes. Ha de pagar des de l’aplicació QueMenges.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ca-ES">
                <a:solidFill>
                  <a:schemeClr val="dk1"/>
                </a:solidFill>
              </a:rPr>
              <a:t>Cuiner</a:t>
            </a:r>
            <a:r>
              <a:rPr lang="ca-ES">
                <a:solidFill>
                  <a:schemeClr val="dk1"/>
                </a:solidFill>
              </a:rPr>
              <a:t>: Ell prepara i ven el producte. Rep una valoració dels clients i gestiona la seva disponibilitat. Cobra segons el preu dels plats que prepara.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ca-ES">
                <a:solidFill>
                  <a:schemeClr val="dk1"/>
                </a:solidFill>
              </a:rPr>
              <a:t>Repartidor</a:t>
            </a:r>
            <a:r>
              <a:rPr lang="ca-ES">
                <a:solidFill>
                  <a:schemeClr val="dk1"/>
                </a:solidFill>
              </a:rPr>
              <a:t>: S’encarrega de transportar les comandes dels clients, sempre compartint la seva ubicació en temps real. Cobra segons la distància entre el cuiner i el client. Pot ser el propi cuiner.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ca-ES">
                <a:solidFill>
                  <a:schemeClr val="dk1"/>
                </a:solidFill>
              </a:rPr>
              <a:t>Usuari no registrat</a:t>
            </a:r>
            <a:r>
              <a:rPr lang="ca-ES">
                <a:solidFill>
                  <a:schemeClr val="dk1"/>
                </a:solidFill>
              </a:rPr>
              <a:t>: Únicament pot consultar els diferents menús disponibles en aquell moment.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-"/>
            </a:pPr>
            <a:r>
              <a:rPr b="1" lang="ca-ES">
                <a:solidFill>
                  <a:schemeClr val="dk1"/>
                </a:solidFill>
              </a:rPr>
              <a:t>Usuari general</a:t>
            </a:r>
            <a:r>
              <a:rPr lang="ca-ES">
                <a:solidFill>
                  <a:schemeClr val="dk1"/>
                </a:solidFill>
              </a:rPr>
              <a:t>: Al contrari que l’usuari no registrat, aquest sí que pot efectuar comandes i afegir o treure rols associats al seu compte.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926" y="3603079"/>
            <a:ext cx="30861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6750" y="4837073"/>
            <a:ext cx="1970450" cy="9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(Usuari no registrat)</a:t>
            </a:r>
            <a:endParaRPr/>
          </a:p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257375" y="3684875"/>
            <a:ext cx="6026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RF-1-01: Consultar diferents menús disponibles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RF-1-03: Els usuaris no registrats poden registrar-se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RF-2-02: Escollir dues vistes possibles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RF-2-03: Cercar plats i cuiners amb cercador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4536" l="5560" r="8241" t="3273"/>
          <a:stretch/>
        </p:blipFill>
        <p:spPr>
          <a:xfrm>
            <a:off x="632775" y="2716100"/>
            <a:ext cx="4453325" cy="3138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(Usuari registrat)</a:t>
            </a:r>
            <a:endParaRPr/>
          </a:p>
        </p:txBody>
      </p:sp>
      <p:sp>
        <p:nvSpPr>
          <p:cNvPr id="168" name="Google Shape;168;p19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334200" y="2021325"/>
            <a:ext cx="1094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1800">
                <a:solidFill>
                  <a:srgbClr val="888888"/>
                </a:solidFill>
              </a:rPr>
              <a:t>El usuari registrat pot fer tot el que fa l’usuari no registrat i pot, segons el perfil utilitzat, fer ús de les funcions dels altres perfils</a:t>
            </a:r>
            <a:endParaRPr b="1" sz="1800">
              <a:solidFill>
                <a:srgbClr val="888888"/>
              </a:solidFill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713350" y="3281875"/>
            <a:ext cx="6554400" cy="2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RF-1-06: Els usuaris han de poder omplir el perfil amb la seva informació (adreça, restriccions alimentàries i nom)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RF-1-09: El perfil d’usuari pot ser modificat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RF-1-10: L’usuari pot donar-se de baixa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RF-1-11: L’usuari pot assumir els tres rols (usuari, cuiner, repartidor)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RF-4-2: Cada usuari haurà de tenir un compte bancari vinculat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8150" y="2820213"/>
            <a:ext cx="2590430" cy="33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(Client)</a:t>
            </a:r>
            <a:endParaRPr/>
          </a:p>
        </p:txBody>
      </p:sp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276200" y="2891275"/>
            <a:ext cx="75798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RF-1-03: S'hauran de poder reservar comandes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RNF-2-01 (decisió de disseny): S’hauran de mostrar les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diferents opcions segons la distància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RF-2-06: S’hauran de poder eliminar ingredients opcionals.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RNF-2-02 (rendiment estàtic) : Ha d’haver-hi un màxim de comandes simultàniament actives (3)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RF-2-08/09: S’han de poder consultar i repetir comandes prèvies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/>
              <a:t>RF-3-03: S’ha de poder fer un seguiment de cada comanda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/>
              <a:t>RF-5-01: S’ha de poder valorar cada comanda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/>
              <a:t>RF-6-05/06: Els clients s’han de poder subscriure a un pla </a:t>
            </a:r>
            <a:endParaRPr sz="18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/>
              <a:t>mensual, que aporta diversos beneficis (tarifa plana </a:t>
            </a:r>
            <a:endParaRPr sz="18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/>
              <a:t>en enviaments, punts)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4900" y="3057091"/>
            <a:ext cx="3878799" cy="2700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(Repartidor)</a:t>
            </a:r>
            <a:endParaRPr/>
          </a:p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428601" y="2198725"/>
            <a:ext cx="573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738" y="3129710"/>
            <a:ext cx="4284125" cy="240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6085300" y="3489681"/>
            <a:ext cx="5198400" cy="1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RF-3-01: El repartidor pot decidir portar la comanda ell mateix.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RF-3-05: El repartidor podrà veure quines comandes li queden per repartir.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RF-3-06: El repartidor podrà veure i acceptar ofertes de comandes per a repartir.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</a:t>
            </a:r>
            <a:r>
              <a:rPr lang="ca-ES"/>
              <a:t>Cuiner</a:t>
            </a:r>
            <a:r>
              <a:rPr lang="ca-ES"/>
              <a:t>) </a:t>
            </a:r>
            <a:endParaRPr/>
          </a:p>
        </p:txBody>
      </p:sp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445526" y="3041945"/>
            <a:ext cx="5637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-ES" sz="1800">
                <a:solidFill>
                  <a:schemeClr val="dk1"/>
                </a:solidFill>
              </a:rPr>
              <a:t>RF-2-04: Han de poder indicar que no estan disponibles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RF-6-01: Els cuiners tindran accés a un menú on es mostraran els plats proposats pels clients.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RNF-6-01  (Restricció de disseny de seguretat): Només els cuiners tindran accés a aquest menú.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RF-6-02: Els cuiners podran acceptar aquestes propostes i comprometre’s a cuinar-les.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RF-6-03: Podran parlar amb els clients per un xat.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000" y="2761172"/>
            <a:ext cx="4097775" cy="30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6000" y="2783775"/>
            <a:ext cx="4097775" cy="307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5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Burn-down chart</a:t>
            </a:r>
            <a:endParaRPr/>
          </a:p>
        </p:txBody>
      </p:sp>
      <p:sp>
        <p:nvSpPr>
          <p:cNvPr id="203" name="Google Shape;203;p2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428603" y="2198728"/>
            <a:ext cx="112660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881" y="1989223"/>
            <a:ext cx="7949316" cy="473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Trello</a:t>
            </a:r>
            <a:endParaRPr/>
          </a:p>
        </p:txBody>
      </p:sp>
      <p:sp>
        <p:nvSpPr>
          <p:cNvPr id="211" name="Google Shape;211;p24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428603" y="2198728"/>
            <a:ext cx="112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0" r="25127" t="0"/>
          <a:stretch/>
        </p:blipFill>
        <p:spPr>
          <a:xfrm>
            <a:off x="2364950" y="2568025"/>
            <a:ext cx="7462099" cy="348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/>
              <a:t>Links:</a:t>
            </a:r>
            <a:endParaRPr/>
          </a:p>
        </p:txBody>
      </p:sp>
      <p:sp>
        <p:nvSpPr>
          <p:cNvPr id="220" name="Google Shape;220;p25"/>
          <p:cNvSpPr txBox="1"/>
          <p:nvPr>
            <p:ph idx="1" type="body"/>
          </p:nvPr>
        </p:nvSpPr>
        <p:spPr>
          <a:xfrm>
            <a:off x="1115575" y="2478025"/>
            <a:ext cx="5356200" cy="328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ca-ES" u="sng">
                <a:solidFill>
                  <a:schemeClr val="hlink"/>
                </a:solidFill>
                <a:hlinkClick r:id="rId3"/>
              </a:rPr>
              <a:t>https://github.com/martipages/ES23UAB431-02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ca-ES" u="sng">
                <a:solidFill>
                  <a:schemeClr val="hlink"/>
                </a:solidFill>
                <a:hlinkClick r:id="rId4"/>
              </a:rPr>
              <a:t>https://trello.com/invite/scrum437/ATTIc166beb62bacfa5bbf853a2924096fefE73BEFBC</a:t>
            </a:r>
            <a:endParaRPr/>
          </a:p>
        </p:txBody>
      </p:sp>
      <p:sp>
        <p:nvSpPr>
          <p:cNvPr id="221" name="Google Shape;221;p25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222" name="Google Shape;22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/>
              <a:t>Gràcies per l’atenció!</a:t>
            </a:r>
            <a:endParaRPr/>
          </a:p>
        </p:txBody>
      </p:sp>
      <p:sp>
        <p:nvSpPr>
          <p:cNvPr id="231" name="Google Shape;231;p26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232" name="Google Shape;232;p26" title="hear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575" y="2473309"/>
            <a:ext cx="3707350" cy="370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8925" y="548650"/>
            <a:ext cx="1179600" cy="11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6725" y="308474"/>
            <a:ext cx="1270774" cy="165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2700" y="5117050"/>
            <a:ext cx="1718883" cy="14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 title="h9w9d1i28baf1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38900" y="2061575"/>
            <a:ext cx="3363875" cy="33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6" title="deltarune-tenna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40494" y="3120475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7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7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</a:t>
            </a:r>
            <a:r>
              <a:rPr lang="ca-ES">
                <a:solidFill>
                  <a:schemeClr val="dk1"/>
                </a:solidFill>
              </a:rPr>
              <a:t>431</a:t>
            </a:r>
            <a:r>
              <a:rPr lang="ca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ca-ES">
                <a:solidFill>
                  <a:schemeClr val="dk1"/>
                </a:solidFill>
              </a:rPr>
              <a:t>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01: Requisits Funcionals i No Funcionals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5000">
        <p14:prism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