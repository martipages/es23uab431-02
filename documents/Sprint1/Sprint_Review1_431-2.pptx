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ca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606ef265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9606ef265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606ef265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606ef265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606ef265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606ef265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606ef2651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34c6c353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34c6c353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034c6c353_3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6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6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martipages/ES23UAB431-02" TargetMode="External"/><Relationship Id="rId4" Type="http://schemas.openxmlformats.org/officeDocument/2006/relationships/hyperlink" Target="https://trello.com/invite/scrum437/ATTIc166beb62bacfa5bbf853a2924096fefE73BEFBC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Relationship Id="rId4" Type="http://schemas.openxmlformats.org/officeDocument/2006/relationships/image" Target="../media/image15.gif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3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</a:t>
            </a:r>
            <a:r>
              <a:rPr lang="ca-ES">
                <a:solidFill>
                  <a:schemeClr val="dk1"/>
                </a:solidFill>
              </a:rPr>
              <a:t>431-02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01: Requisits Funcionals i No Funcionals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Composició de l’equip </a:t>
            </a:r>
            <a:endParaRPr/>
          </a:p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68575" y="3679400"/>
            <a:ext cx="2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1800">
                <a:solidFill>
                  <a:schemeClr val="dk1"/>
                </a:solidFill>
                <a:highlight>
                  <a:srgbClr val="DABDBD"/>
                </a:highlight>
              </a:rPr>
              <a:t>Alejandro Ibarra</a:t>
            </a:r>
            <a:endParaRPr b="1" sz="1800">
              <a:solidFill>
                <a:schemeClr val="dk1"/>
              </a:solidFill>
              <a:highlight>
                <a:srgbClr val="DABDBD"/>
              </a:highlight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 sz="1800">
                <a:solidFill>
                  <a:schemeClr val="dk1"/>
                </a:solidFill>
                <a:highlight>
                  <a:srgbClr val="DABDBD"/>
                </a:highlight>
              </a:rPr>
              <a:t>Amaro</a:t>
            </a:r>
            <a:endParaRPr b="1" sz="1800">
              <a:solidFill>
                <a:schemeClr val="dk1"/>
              </a:solidFill>
              <a:highlight>
                <a:srgbClr val="DABDBD"/>
              </a:highlight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3582275" y="3708013"/>
            <a:ext cx="13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Marc Sala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Tarré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1266388" y="5994100"/>
            <a:ext cx="162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Martí Pagès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  Sánchez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3352025" y="5945575"/>
            <a:ext cx="181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Hug Capafons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Cuadra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4" name="Google Shape;12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648" y="2239850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/>
          <p:cNvPicPr preferRelativeResize="0"/>
          <p:nvPr/>
        </p:nvPicPr>
        <p:blipFill rotWithShape="1">
          <a:blip r:embed="rId4">
            <a:alphaModFix/>
          </a:blip>
          <a:srcRect b="0" l="0" r="0" t="12034"/>
          <a:stretch/>
        </p:blipFill>
        <p:spPr>
          <a:xfrm>
            <a:off x="3474325" y="4410850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950" y="2182600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1662" y="4410847"/>
            <a:ext cx="1354575" cy="157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title="Team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6975" y="2387299"/>
            <a:ext cx="3606800" cy="36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Tasques fetes al sprint</a:t>
            </a:r>
            <a:endParaRPr/>
          </a:p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97925" y="3079250"/>
            <a:ext cx="5687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Tasca 1: </a:t>
            </a:r>
            <a:r>
              <a:rPr lang="ca-ES" sz="1800">
                <a:solidFill>
                  <a:schemeClr val="dk1"/>
                </a:solidFill>
              </a:rPr>
              <a:t>Fer Trello i Github </a:t>
            </a: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ca-ES" sz="1800">
                <a:solidFill>
                  <a:schemeClr val="dk1"/>
                </a:solidFill>
              </a:rPr>
              <a:t>Alejandro Ibarra + Martí Pagès</a:t>
            </a:r>
            <a:r>
              <a:rPr lang="ca-E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2: Assignar Puntuació de tasques i fer Burndown Chart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3: Requisits grup 1 (Martí Pagès)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4: Requisits grup 2 (Hug Capafons)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5: Requisits grup 3+4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6: Requisits grup 5+6 (Marc Sala)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7: Perfils Usuari (Marc Sala)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8: Preparació Power Point (Alejandro Ibarra)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>
                <a:solidFill>
                  <a:schemeClr val="dk1"/>
                </a:solidFill>
              </a:rPr>
              <a:t>Tasca 9: "Arranjaments" Power Point (Martí Pagès)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p15" title="Diary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0500" y="3419741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Perfils d’usuari a l’aplicació QUEMENGES</a:t>
            </a:r>
            <a:endParaRPr/>
          </a:p>
        </p:txBody>
      </p:sp>
      <p:sp>
        <p:nvSpPr>
          <p:cNvPr id="142" name="Google Shape;142;p16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697701" y="2225650"/>
            <a:ext cx="5586000" cy="41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ca-ES" sz="1800">
                <a:solidFill>
                  <a:schemeClr val="dk1"/>
                </a:solidFill>
              </a:rPr>
              <a:t>Client</a:t>
            </a:r>
            <a:r>
              <a:rPr lang="ca-ES" sz="1800">
                <a:solidFill>
                  <a:schemeClr val="dk1"/>
                </a:solidFill>
              </a:rPr>
              <a:t>: És el consumidor. Consulta plats o cuiners, realitza i gestiona comandes. Ha de pagar des de l’aplicació QueMenges.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ca-ES" sz="1800">
                <a:solidFill>
                  <a:schemeClr val="dk1"/>
                </a:solidFill>
              </a:rPr>
              <a:t>Cuiner</a:t>
            </a:r>
            <a:r>
              <a:rPr lang="ca-ES" sz="1800">
                <a:solidFill>
                  <a:schemeClr val="dk1"/>
                </a:solidFill>
              </a:rPr>
              <a:t>: Ell prepara i ven el producte. Rep una valoració dels clients i gestiona la seva disponibilitat. Cobra segons el preu dels plats que prepara.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-"/>
            </a:pPr>
            <a:r>
              <a:rPr b="1" lang="ca-ES" sz="1800">
                <a:solidFill>
                  <a:schemeClr val="dk1"/>
                </a:solidFill>
              </a:rPr>
              <a:t>Repartidor</a:t>
            </a:r>
            <a:r>
              <a:rPr lang="ca-ES" sz="1800">
                <a:solidFill>
                  <a:schemeClr val="dk1"/>
                </a:solidFill>
              </a:rPr>
              <a:t>: S’encarrega de transportar les comandes dels clients, sempre compartint la seva ubicació en temps real. Cobra segons la distància entre el cuiner i el client. Pot ser el propi cuiner.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44" name="Google Shape;14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926" y="3603079"/>
            <a:ext cx="308610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(Client)</a:t>
            </a:r>
            <a:endParaRPr/>
          </a:p>
        </p:txBody>
      </p:sp>
      <p:sp>
        <p:nvSpPr>
          <p:cNvPr id="150" name="Google Shape;150;p17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276200" y="2891275"/>
            <a:ext cx="75798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01: Reserva de comandes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RNF 01: Ordre de mostra segons distància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02: Eliminar ingredients opcionals.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RNF 02: Màxim de comandes simultàniament actives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03: Consultar comandes prèvies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 04: Repetir comanda prèvia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 05: Seguiment de comanda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 06: Valoració comanda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 07: Pla mensual</a:t>
            </a:r>
            <a:endParaRPr sz="1800"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/>
              <a:t>RF 08: Punts clients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900" y="3057091"/>
            <a:ext cx="3878799" cy="270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(Repartidor)</a:t>
            </a:r>
            <a:endParaRPr/>
          </a:p>
        </p:txBody>
      </p:sp>
      <p:sp>
        <p:nvSpPr>
          <p:cNvPr id="158" name="Google Shape;158;p1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28601" y="2198725"/>
            <a:ext cx="573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738" y="3129710"/>
            <a:ext cx="4284125" cy="240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6085300" y="3489681"/>
            <a:ext cx="5198400" cy="16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01: Opció per decidir qui portarà la comanda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02: Seguiment en mapa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03: Ingrés de pagament (Se li pagarà al repartidor, a més de al cuiner).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Requisits (</a:t>
            </a:r>
            <a:r>
              <a:rPr lang="ca-ES"/>
              <a:t>Cuiner</a:t>
            </a:r>
            <a:r>
              <a:rPr lang="ca-ES"/>
              <a:t>) </a:t>
            </a:r>
            <a:endParaRPr/>
          </a:p>
        </p:txBody>
      </p:sp>
      <p:sp>
        <p:nvSpPr>
          <p:cNvPr id="167" name="Google Shape;167;p19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45526" y="3143438"/>
            <a:ext cx="5637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-ES" sz="1800">
                <a:solidFill>
                  <a:schemeClr val="dk1"/>
                </a:solidFill>
              </a:rPr>
              <a:t>RF 01: Indicar no disponibilitat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02: Els cuiners tindran accés a un menú on es mostraran els plats proposats pels clients.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RNF 01: Només els cuiners tindran accés a aquest menú.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03: Els cuiners podran acceptar aquestes propostes i comprometre’s a cuinar-les.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ca-ES" sz="1800">
                <a:solidFill>
                  <a:schemeClr val="dk1"/>
                </a:solidFill>
              </a:rPr>
              <a:t>RF 04: Podran parlar amb els clients per un xat.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000" y="2761172"/>
            <a:ext cx="4097775" cy="30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Burn-down chart</a:t>
            </a:r>
            <a:endParaRPr/>
          </a:p>
        </p:txBody>
      </p:sp>
      <p:sp>
        <p:nvSpPr>
          <p:cNvPr id="175" name="Google Shape;175;p2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28603" y="2198728"/>
            <a:ext cx="112660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48079" r="0" t="0"/>
          <a:stretch/>
        </p:blipFill>
        <p:spPr>
          <a:xfrm>
            <a:off x="3625000" y="1982575"/>
            <a:ext cx="5149275" cy="4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/>
              <a:t>Links: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115575" y="2478025"/>
            <a:ext cx="5356200" cy="328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ca-ES" u="sng">
                <a:solidFill>
                  <a:schemeClr val="hlink"/>
                </a:solidFill>
                <a:hlinkClick r:id="rId3"/>
              </a:rPr>
              <a:t>https://github.com/martipages/ES23UAB431-02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ca-ES" u="sng">
                <a:solidFill>
                  <a:schemeClr val="hlink"/>
                </a:solidFill>
                <a:hlinkClick r:id="rId4"/>
              </a:rPr>
              <a:t>https://trello.com/invite/scrum437/ATTIc166beb62bacfa5bbf853a2924096fefE73BEFBC</a:t>
            </a:r>
            <a:endParaRPr/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/>
              <a:t>Gràcies per l’atenció!</a:t>
            </a:r>
            <a:endParaRPr/>
          </a:p>
        </p:txBody>
      </p:sp>
      <p:sp>
        <p:nvSpPr>
          <p:cNvPr id="195" name="Google Shape;195;p2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96" name="Google Shape;196;p22" title="hear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575" y="2473309"/>
            <a:ext cx="3707350" cy="37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title="teto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1575" y="2664648"/>
            <a:ext cx="4432875" cy="33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8400" y="548650"/>
            <a:ext cx="1179600" cy="11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</a:t>
            </a:r>
            <a:r>
              <a:rPr lang="ca-ES">
                <a:solidFill>
                  <a:schemeClr val="dk1"/>
                </a:solidFill>
              </a:rPr>
              <a:t>431</a:t>
            </a:r>
            <a:r>
              <a:rPr lang="ca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ca-ES">
                <a:solidFill>
                  <a:schemeClr val="dk1"/>
                </a:solidFill>
              </a:rPr>
              <a:t>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01: Requisits Funcionals i No Funcionals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