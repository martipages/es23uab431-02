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35"/>
  </p:notesMasterIdLst>
  <p:sldIdLst>
    <p:sldId id="412" r:id="rId5"/>
    <p:sldId id="400" r:id="rId6"/>
    <p:sldId id="408" r:id="rId7"/>
    <p:sldId id="444" r:id="rId8"/>
    <p:sldId id="414" r:id="rId9"/>
    <p:sldId id="415" r:id="rId10"/>
    <p:sldId id="410" r:id="rId11"/>
    <p:sldId id="445" r:id="rId12"/>
    <p:sldId id="446" r:id="rId13"/>
    <p:sldId id="447" r:id="rId14"/>
    <p:sldId id="413" r:id="rId15"/>
    <p:sldId id="411" r:id="rId16"/>
    <p:sldId id="423" r:id="rId17"/>
    <p:sldId id="441" r:id="rId18"/>
    <p:sldId id="442" r:id="rId19"/>
    <p:sldId id="443" r:id="rId20"/>
    <p:sldId id="424" r:id="rId21"/>
    <p:sldId id="438" r:id="rId22"/>
    <p:sldId id="439" r:id="rId23"/>
    <p:sldId id="440" r:id="rId24"/>
    <p:sldId id="432" r:id="rId25"/>
    <p:sldId id="431" r:id="rId26"/>
    <p:sldId id="433" r:id="rId27"/>
    <p:sldId id="434" r:id="rId28"/>
    <p:sldId id="426" r:id="rId29"/>
    <p:sldId id="435" r:id="rId30"/>
    <p:sldId id="436" r:id="rId31"/>
    <p:sldId id="437" r:id="rId32"/>
    <p:sldId id="264" r:id="rId33"/>
    <p:sldId id="420" r:id="rId3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8BE"/>
    <a:srgbClr val="FF0000"/>
    <a:srgbClr val="D9D9D9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17/05/2026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tipages/ES23UAB431-02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hyperlink" Target="https://trello.com/invite/scrum437/ATTIc166beb62bacfa5bbf853a2924096fefE73BEFBC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 dirty="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919370" y="3628935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rgbClr val="000000"/>
              </a:buClr>
              <a:buSzPts val="1800"/>
            </a:pPr>
            <a:r>
              <a:rPr lang="ca-ES" dirty="0">
                <a:solidFill>
                  <a:schemeClr val="dk1"/>
                </a:solidFill>
              </a:rPr>
              <a:t>Alejandro Ibarra Amaro</a:t>
            </a:r>
          </a:p>
        </p:txBody>
      </p:sp>
      <p:sp>
        <p:nvSpPr>
          <p:cNvPr id="3" name="Google Shape;121;p2">
            <a:extLst>
              <a:ext uri="{FF2B5EF4-FFF2-40B4-BE49-F238E27FC236}">
                <a16:creationId xmlns:a16="http://schemas.microsoft.com/office/drawing/2014/main" id="{B6383E0C-FDFB-F010-6F2F-1DB223757DCA}"/>
              </a:ext>
            </a:extLst>
          </p:cNvPr>
          <p:cNvSpPr txBox="1"/>
          <p:nvPr/>
        </p:nvSpPr>
        <p:spPr>
          <a:xfrm>
            <a:off x="4023231" y="3628935"/>
            <a:ext cx="1354500" cy="646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22;p2">
            <a:extLst>
              <a:ext uri="{FF2B5EF4-FFF2-40B4-BE49-F238E27FC236}">
                <a16:creationId xmlns:a16="http://schemas.microsoft.com/office/drawing/2014/main" id="{0A3C3212-9880-B84C-7283-7EFE2C3FE50F}"/>
              </a:ext>
            </a:extLst>
          </p:cNvPr>
          <p:cNvSpPr txBox="1"/>
          <p:nvPr/>
        </p:nvSpPr>
        <p:spPr>
          <a:xfrm>
            <a:off x="1266385" y="5986110"/>
            <a:ext cx="1625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Martí Pagès Sánchez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2">
            <a:extLst>
              <a:ext uri="{FF2B5EF4-FFF2-40B4-BE49-F238E27FC236}">
                <a16:creationId xmlns:a16="http://schemas.microsoft.com/office/drawing/2014/main" id="{483AE365-4129-846F-01E0-9024A4F4A722}"/>
              </a:ext>
            </a:extLst>
          </p:cNvPr>
          <p:cNvSpPr txBox="1"/>
          <p:nvPr/>
        </p:nvSpPr>
        <p:spPr>
          <a:xfrm>
            <a:off x="3792981" y="5986110"/>
            <a:ext cx="1815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Hug </a:t>
            </a:r>
            <a:r>
              <a:rPr lang="ca-ES" sz="1800" i="0" u="none" strike="noStrike" cap="none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Capafons</a:t>
            </a: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Cuadra</a:t>
            </a:r>
            <a:endParaRPr sz="1800" i="0" u="none" strike="noStrike" cap="none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oogle Shape;124;p2">
            <a:extLst>
              <a:ext uri="{FF2B5EF4-FFF2-40B4-BE49-F238E27FC236}">
                <a16:creationId xmlns:a16="http://schemas.microsoft.com/office/drawing/2014/main" id="{4B6506D9-16C5-7EF4-2B27-3655F1FACB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17454" y="2249406"/>
            <a:ext cx="1354576" cy="1354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5;p2">
            <a:extLst>
              <a:ext uri="{FF2B5EF4-FFF2-40B4-BE49-F238E27FC236}">
                <a16:creationId xmlns:a16="http://schemas.microsoft.com/office/drawing/2014/main" id="{D3C0B77C-813D-2B82-A4F0-4420662234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12034"/>
          <a:stretch/>
        </p:blipFill>
        <p:spPr>
          <a:xfrm>
            <a:off x="3922530" y="4388109"/>
            <a:ext cx="1555899" cy="1573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6;p2">
            <a:extLst>
              <a:ext uri="{FF2B5EF4-FFF2-40B4-BE49-F238E27FC236}">
                <a16:creationId xmlns:a16="http://schemas.microsoft.com/office/drawing/2014/main" id="{AED74F45-805A-E347-F936-2B678A1556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3155" y="2159859"/>
            <a:ext cx="1434651" cy="146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7;p2">
            <a:extLst>
              <a:ext uri="{FF2B5EF4-FFF2-40B4-BE49-F238E27FC236}">
                <a16:creationId xmlns:a16="http://schemas.microsoft.com/office/drawing/2014/main" id="{6ADE8B53-DC35-1E05-51FF-0B7A42BFD5E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01647" y="4388102"/>
            <a:ext cx="1354575" cy="1573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21;p2">
            <a:extLst>
              <a:ext uri="{FF2B5EF4-FFF2-40B4-BE49-F238E27FC236}">
                <a16:creationId xmlns:a16="http://schemas.microsoft.com/office/drawing/2014/main" id="{C6430604-E226-1513-EA3B-74FDD6234BF0}"/>
              </a:ext>
            </a:extLst>
          </p:cNvPr>
          <p:cNvSpPr txBox="1"/>
          <p:nvPr/>
        </p:nvSpPr>
        <p:spPr>
          <a:xfrm>
            <a:off x="4023231" y="3642485"/>
            <a:ext cx="13545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33E001C8-D229-3F2D-42EB-B8F2D3786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549955"/>
            <a:ext cx="5374822" cy="306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9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6283732" y="4903438"/>
            <a:ext cx="4825135" cy="1849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 8 – (13)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cuiner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xat</a:t>
            </a:r>
            <a:endParaRPr lang="ca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D2211DD-048E-6AEB-6E7F-EA9AC912627A}"/>
              </a:ext>
            </a:extLst>
          </p:cNvPr>
          <p:cNvSpPr txBox="1"/>
          <p:nvPr/>
        </p:nvSpPr>
        <p:spPr>
          <a:xfrm>
            <a:off x="6283732" y="1904860"/>
            <a:ext cx="4825135" cy="2998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 7 – (18)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Comanda/Reserva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correu electrònic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PowerPoint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Burn-down </a:t>
            </a:r>
            <a:r>
              <a:rPr lang="ca-ES" sz="1600" dirty="0" err="1"/>
              <a:t>chart</a:t>
            </a:r>
            <a:endParaRPr lang="ca-E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Ajuntar diagrames</a:t>
            </a:r>
            <a:endParaRPr lang="ca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A21BE4-7A38-735F-5675-F5D91443AD5D}"/>
              </a:ext>
            </a:extLst>
          </p:cNvPr>
          <p:cNvSpPr txBox="1"/>
          <p:nvPr/>
        </p:nvSpPr>
        <p:spPr>
          <a:xfrm>
            <a:off x="1375659" y="1904860"/>
            <a:ext cx="4720339" cy="2259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 7 – (13)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client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no registrat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entitat bancària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10CE5B-4436-8E40-2FCD-E09F7D6802B1}"/>
              </a:ext>
            </a:extLst>
          </p:cNvPr>
          <p:cNvSpPr txBox="1"/>
          <p:nvPr/>
        </p:nvSpPr>
        <p:spPr>
          <a:xfrm>
            <a:off x="1375660" y="4164774"/>
            <a:ext cx="4720339" cy="2629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 8 – (14)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Acabar diagrama de casos d’ús final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repartidor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general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GPS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69FD9-1EB6-3728-F81E-D81C07780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B352FC-1F44-4AB9-A2BD-FBF231C6B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7B0B66-8FF3-F26C-AAA9-026AA06418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" r="5128"/>
          <a:stretch>
            <a:fillRect/>
          </a:stretch>
        </p:blipFill>
        <p:spPr>
          <a:xfrm>
            <a:off x="0" y="0"/>
            <a:ext cx="12499571" cy="68580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4716089"/>
            <a:ext cx="6288261" cy="1573149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noFill/>
          </a:ln>
          <a:effectLst>
            <a:outerShdw blurRad="508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F58E78-39D4-55F9-F9F7-A41805A46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10" y="4909985"/>
            <a:ext cx="3212386" cy="118535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600" dirty="0">
                <a:solidFill>
                  <a:schemeClr val="bg1"/>
                </a:solidFill>
              </a:rPr>
              <a:t>Trello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5175711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28936" y="5498088"/>
            <a:ext cx="1021458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21A33-5E94-FCE0-06FE-7F8F9AA35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2170" y="6356350"/>
            <a:ext cx="90764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1124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509EE1-50C3-F952-9B8A-0592723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9E17418-E994-80DA-BCB2-7AC817D1D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1717684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C6A5-709E-8BF9-82F5-B963710C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304435-9903-ED17-BC44-3F41F7CB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18BEBEF-155C-B5DA-9899-0DDB28DAA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9B509AF-A78D-F867-3141-87671289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6E44834-A1BE-3307-37AB-72577058581A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554015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Especificacions - Alejandro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79277D-74A8-835E-5AF5-D07AA2B8B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375" y="625684"/>
            <a:ext cx="6306798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914622-934B-60DF-7E03-DB9F57A8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8D2E4A5-D563-6FC7-C056-F1DE20CEC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CC8AE1-28ED-CF14-0918-0006FF5E9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8FB681A-9E49-0786-D0A0-0833429AB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96048FF4-D4C1-383C-EA40-EBDD42014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BD2D9014-AA7A-7EDF-4B18-93682FB1F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48EB46-F99E-E384-2409-AFE5DDEA8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 err="1"/>
              <a:t>Especificacions</a:t>
            </a:r>
            <a:r>
              <a:rPr lang="en-US" sz="3700" dirty="0"/>
              <a:t> - Marc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E3D8A92-5CA3-6FA4-FA45-6DF899D9D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4D67FD6-590B-9AF7-07AA-33925E404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55200A1-BF95-3934-E7C4-D36E5DD9C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375" y="625684"/>
            <a:ext cx="6306798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E2DC89-07F9-0700-0317-F2C2526C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B7C1300-1A32-C627-642F-6D187AAA1A38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2228256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A6346-4E53-8399-91CC-ABE2317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016731A-1246-67E3-DA62-6355DDE3AD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2634-810E-6ABC-909B-DCD4A1B5D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E628FDA-7162-FECE-6DC9-3EEACFFB6C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E48B8BED-9501-DD89-E998-4C71A97193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13B23773-22A9-2793-FA1B-C246A0576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E8BEA56-341E-6275-FB2F-3183A62B7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 err="1"/>
              <a:t>Especificacions</a:t>
            </a:r>
            <a:r>
              <a:rPr lang="en-US" sz="3700" dirty="0"/>
              <a:t> - Martí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0C3757-3A2D-21F6-164F-66ECE3FCC0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11B307-ACA2-09B1-BB49-3FF14660B2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608CEE8-F334-4999-5989-1785F6A5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375" y="625684"/>
            <a:ext cx="6306798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E7E443-C5C1-8414-1862-BC2EC8458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21008D7-2D1D-95F5-64D0-D6FA9778D26F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672883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5A810E-61BA-024C-670D-7EA82D50D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60D818E-817F-0CF9-7BAA-DF9584C11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0057E81-4689-269F-0DE3-286744A33A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D49ED836-EF28-E8A2-019D-B00800300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42BDE19D-0DD5-389C-17F3-EF53921A9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CEBC4DE-3970-B2A3-C622-FB823B328E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2413E-94BC-692F-C263-A11D93141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dirty="0" err="1"/>
              <a:t>Especificacions</a:t>
            </a:r>
            <a:r>
              <a:rPr lang="en-US" sz="3700" dirty="0"/>
              <a:t> - Hug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8B4055-5AA8-3337-449B-2C40C427D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5B7FE8-0D7A-7592-C1B6-58AD77E4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4BE0A68-C84A-F4BF-1CF2-30EA5028E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5375" y="625684"/>
            <a:ext cx="6306798" cy="5455380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E953BF-1274-6B8C-12AC-53ACF20EF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10" y="6356350"/>
            <a:ext cx="150598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195C5FA-A9AA-67A1-0D41-B709B37F08A6}"/>
              </a:ext>
            </a:extLst>
          </p:cNvPr>
          <p:cNvSpPr txBox="1"/>
          <p:nvPr/>
        </p:nvSpPr>
        <p:spPr>
          <a:xfrm>
            <a:off x="428603" y="2198728"/>
            <a:ext cx="112660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  <a:p>
            <a:pPr algn="just">
              <a:spcAft>
                <a:spcPts val="600"/>
              </a:spcAft>
            </a:pPr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077508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Diagrama Classes inicial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6018F6E-648D-A856-C996-4E8F9BDFAF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656" y="49490"/>
            <a:ext cx="5823857" cy="675901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Burn-down chart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56EC097-DCE3-E6AE-4645-68489CF03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2" y="1095646"/>
            <a:ext cx="7053626" cy="4514319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C73A-1C08-B505-A3E0-BAD0F7683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FF773-323A-35BA-3274-AC27F546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Alejandro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43978C-8DEA-5928-5B7A-B547C9179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FB7AAD1-6D57-3562-DAC0-E9A304E7F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7" y="1718837"/>
            <a:ext cx="5377308" cy="46468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6E78F87-B102-A19F-8D9F-67D9E828E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3023" y="1868645"/>
            <a:ext cx="6496550" cy="434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143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F7EBBD-341B-BC56-B4C0-324ED289F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325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9A60223-EEC5-5328-45C5-0D40D26B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66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E00416A-3D04-14CC-608B-FD3ADE253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247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4078-2348-2612-A2AC-C5AC19458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48A33-3739-6FBF-A2A4-62745E80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4974C6-B523-BF66-F98C-6004475F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6C0F20-A7C9-F0E1-F233-7ACA32D35242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419968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D1B0ADD-28B7-8164-90A8-FB21D0618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6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C5573FF-D04B-19E4-9CFF-E4CF7D52D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14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8D29F885-1EAF-C0D6-98F0-60080306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88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6848-33F5-9EDC-C880-A54E6700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DE1801-EE63-61DB-3ABB-1C9E6D6A4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Martí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701FF1-6297-C873-D7AC-EE31C9FC9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21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DBDEEC3-5111-DE85-36CD-EC18A355EE4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60894E9-FE3D-D424-7A7D-2AE4682A7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56" y="1511300"/>
            <a:ext cx="4829472" cy="53467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D06E17AA-D75D-3833-E415-7D9B09408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874" y="1380767"/>
            <a:ext cx="5055423" cy="5477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33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52D90E8-819F-24D5-2F49-23FCABFEC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22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3FF4F8-A04A-5DFF-208B-C47E9471D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812716"/>
            <a:ext cx="6096000" cy="51246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5CAA6ED-FC29-DFB9-720D-00001DA63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086" y="393700"/>
            <a:ext cx="5477714" cy="596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12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6C1CBC-6982-74D7-890A-35FCDDC2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A5CE5A-7E03-64D8-86F0-C3BD4A6EF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485" y="912763"/>
            <a:ext cx="5824115" cy="49292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EF599A9-2979-5FD9-A538-1C05AE669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804813"/>
            <a:ext cx="5824116" cy="514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5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B72530B-834D-36E5-D943-897CB9E7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24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D659196-07A1-3601-2004-7E3EAAF634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643" y="808288"/>
            <a:ext cx="5795657" cy="524142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98769CF-45EE-E9B3-96B8-904692CC4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38" y="716046"/>
            <a:ext cx="5983362" cy="5425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F3F0-15DB-A2BF-5005-00B7CE832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4559E-F899-90FD-95CA-3D69AD15C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Hug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F1DBEA-726F-A947-AAC9-90D20864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433AEE0-216E-C37C-6917-AEDE10546429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4724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A6CD5-5907-A74B-6A22-0C7A3755D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527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5B7AF41-1985-10EE-83CB-8CFD43037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1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A350DD8-53EE-C621-C1E9-216E093B6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8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 dirty="0"/>
              <a:t>Links:</a:t>
            </a:r>
            <a:endParaRPr dirty="0"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1"/>
          </p:nvPr>
        </p:nvSpPr>
        <p:spPr>
          <a:xfrm>
            <a:off x="1115575" y="2478025"/>
            <a:ext cx="53562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3"/>
              </a:rPr>
              <a:t>https://github.com/martipages/ES23UAB431-02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4"/>
              </a:rPr>
              <a:t>https://trello.com/invite/scrum437/ATTIc166beb62bacfa5bbf853a2924096fefE73BEFBC</a:t>
            </a:r>
            <a:endParaRPr dirty="0"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29</a:t>
            </a:fld>
            <a:endParaRPr dirty="0"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F1477-974D-C9CB-9C96-87980E9B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4" name="Picture 10" descr="✓ Ingeniería de software: La carrera del futuro, ¿por qué? | IT Masters Mag">
            <a:extLst>
              <a:ext uri="{FF2B5EF4-FFF2-40B4-BE49-F238E27FC236}">
                <a16:creationId xmlns:a16="http://schemas.microsoft.com/office/drawing/2014/main" id="{E0F2F0BE-4D10-0645-356C-58D27FC3D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64029"/>
            <a:ext cx="12230011" cy="8159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asen imagenes duras de cojones (aqui mi aportacion) : r/orslokx">
            <a:extLst>
              <a:ext uri="{FF2B5EF4-FFF2-40B4-BE49-F238E27FC236}">
                <a16:creationId xmlns:a16="http://schemas.microsoft.com/office/drawing/2014/main" id="{0ABFAC28-7731-607B-CDEE-ECC47E54DA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0317" y="27722"/>
            <a:ext cx="4429579" cy="5433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5ADACE9-1BC1-9628-D7B5-67EE25BE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30</a:t>
            </a:fld>
            <a:endParaRPr lang="en-US" dirty="0"/>
          </a:p>
        </p:txBody>
      </p:sp>
      <p:pic>
        <p:nvPicPr>
          <p:cNvPr id="1026" name="Picture 2" descr="CLB La Liga đăng bài chiêu mộ Kylian Mbappe">
            <a:extLst>
              <a:ext uri="{FF2B5EF4-FFF2-40B4-BE49-F238E27FC236}">
                <a16:creationId xmlns:a16="http://schemas.microsoft.com/office/drawing/2014/main" id="{350D43F3-EDAA-828A-5F86-FD2352237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0387" y="75610"/>
            <a:ext cx="4180453" cy="538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1DA0323-5A8E-7D8E-2550-8AC7726D0509}"/>
              </a:ext>
            </a:extLst>
          </p:cNvPr>
          <p:cNvSpPr txBox="1"/>
          <p:nvPr/>
        </p:nvSpPr>
        <p:spPr>
          <a:xfrm>
            <a:off x="1210317" y="75610"/>
            <a:ext cx="4259753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>
                <a:solidFill>
                  <a:schemeClr val="bg1"/>
                </a:solidFill>
              </a:rPr>
              <a:t>CÓMO TENER UNA NOCHE INOLVIDABLE:</a:t>
            </a: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400" b="1" dirty="0">
              <a:solidFill>
                <a:schemeClr val="bg1"/>
              </a:solidFill>
            </a:endParaRPr>
          </a:p>
          <a:p>
            <a:endParaRPr lang="es-ES" sz="2000" b="1" dirty="0">
              <a:solidFill>
                <a:schemeClr val="bg1"/>
              </a:solidFill>
            </a:endParaRPr>
          </a:p>
          <a:p>
            <a:pPr>
              <a:lnSpc>
                <a:spcPct val="200000"/>
              </a:lnSpc>
            </a:pPr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ca-ES" sz="2000" b="1" noProof="0" dirty="0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1: TEN UNA NOCHE</a:t>
            </a:r>
          </a:p>
          <a:p>
            <a:r>
              <a:rPr lang="es-ES" sz="2000" b="1" dirty="0">
                <a:solidFill>
                  <a:schemeClr val="bg1"/>
                </a:solidFill>
              </a:rPr>
              <a:t>PASO </a:t>
            </a:r>
            <a:r>
              <a:rPr lang="es-ES" sz="2000" b="1" dirty="0" err="1">
                <a:solidFill>
                  <a:schemeClr val="bg1"/>
                </a:solidFill>
              </a:rPr>
              <a:t>Nº</a:t>
            </a:r>
            <a:r>
              <a:rPr lang="es-ES" sz="2000" b="1" dirty="0">
                <a:solidFill>
                  <a:schemeClr val="bg1"/>
                </a:solidFill>
              </a:rPr>
              <a:t> 2: NO LA OLVIDES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67CE64B-3C12-5C3A-BDAB-BCF190E47B5B}"/>
              </a:ext>
            </a:extLst>
          </p:cNvPr>
          <p:cNvSpPr txBox="1"/>
          <p:nvPr/>
        </p:nvSpPr>
        <p:spPr>
          <a:xfrm>
            <a:off x="2065564" y="5582702"/>
            <a:ext cx="8060871" cy="113877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endParaRPr lang="es-ES" b="1" dirty="0"/>
          </a:p>
          <a:p>
            <a:pPr algn="ctr"/>
            <a:r>
              <a:rPr lang="es-ES" sz="3200" b="1" dirty="0"/>
              <a:t>👏 GRÀCIES PER L’ATENCIÓ 👏</a:t>
            </a:r>
          </a:p>
          <a:p>
            <a:pPr algn="ctr"/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26038901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8277</TotalTime>
  <Words>246</Words>
  <Application>Microsoft Office PowerPoint</Application>
  <PresentationFormat>Panorámica</PresentationFormat>
  <Paragraphs>102</Paragraphs>
  <Slides>30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4" baseType="lpstr">
      <vt:lpstr>Arial</vt:lpstr>
      <vt:lpstr>Calibri</vt:lpstr>
      <vt:lpstr>Neue Haas Grotesk Text Pro</vt:lpstr>
      <vt:lpstr>AccentBoxVTI</vt:lpstr>
      <vt:lpstr>Enginyeria del Software</vt:lpstr>
      <vt:lpstr>Composició de l’equip </vt:lpstr>
      <vt:lpstr>Tasques fetes al sprint</vt:lpstr>
      <vt:lpstr>Trello</vt:lpstr>
      <vt:lpstr>Presentación de PowerPoint</vt:lpstr>
      <vt:lpstr>Presentación de PowerPoint</vt:lpstr>
      <vt:lpstr>Especificacions - Alejandro</vt:lpstr>
      <vt:lpstr>Especificacions - Marc</vt:lpstr>
      <vt:lpstr>Especificacions - Martí</vt:lpstr>
      <vt:lpstr>Especificacions - Hug</vt:lpstr>
      <vt:lpstr>Diagrama Classes inicial</vt:lpstr>
      <vt:lpstr>Burn-down chart</vt:lpstr>
      <vt:lpstr>Especificacions - Alejandro</vt:lpstr>
      <vt:lpstr>Presentación de PowerPoint</vt:lpstr>
      <vt:lpstr>Presentación de PowerPoint</vt:lpstr>
      <vt:lpstr>Presentación de PowerPoint</vt:lpstr>
      <vt:lpstr>Especificacions - Marc</vt:lpstr>
      <vt:lpstr>Presentación de PowerPoint</vt:lpstr>
      <vt:lpstr>Presentación de PowerPoint</vt:lpstr>
      <vt:lpstr>Presentación de PowerPoint</vt:lpstr>
      <vt:lpstr>Especificacions - Martí</vt:lpstr>
      <vt:lpstr>Presentación de PowerPoint</vt:lpstr>
      <vt:lpstr>Presentación de PowerPoint</vt:lpstr>
      <vt:lpstr>Presentación de PowerPoint</vt:lpstr>
      <vt:lpstr>Especificacions - Hug</vt:lpstr>
      <vt:lpstr>Presentación de PowerPoint</vt:lpstr>
      <vt:lpstr>Presentación de PowerPoint</vt:lpstr>
      <vt:lpstr>Presentación de PowerPoint</vt:lpstr>
      <vt:lpstr>Links: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41</cp:revision>
  <dcterms:created xsi:type="dcterms:W3CDTF">2023-02-10T08:32:17Z</dcterms:created>
  <dcterms:modified xsi:type="dcterms:W3CDTF">2026-05-17T09:51:10Z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