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5"/>
  </p:notesMasterIdLst>
  <p:sldIdLst>
    <p:sldId id="412" r:id="rId5"/>
    <p:sldId id="400" r:id="rId6"/>
    <p:sldId id="408" r:id="rId7"/>
    <p:sldId id="444" r:id="rId8"/>
    <p:sldId id="414" r:id="rId9"/>
    <p:sldId id="415" r:id="rId10"/>
    <p:sldId id="410" r:id="rId11"/>
    <p:sldId id="445" r:id="rId12"/>
    <p:sldId id="446" r:id="rId13"/>
    <p:sldId id="447" r:id="rId14"/>
    <p:sldId id="413" r:id="rId15"/>
    <p:sldId id="411" r:id="rId16"/>
    <p:sldId id="423" r:id="rId17"/>
    <p:sldId id="441" r:id="rId18"/>
    <p:sldId id="442" r:id="rId19"/>
    <p:sldId id="443" r:id="rId20"/>
    <p:sldId id="424" r:id="rId21"/>
    <p:sldId id="438" r:id="rId22"/>
    <p:sldId id="439" r:id="rId23"/>
    <p:sldId id="440" r:id="rId24"/>
    <p:sldId id="432" r:id="rId25"/>
    <p:sldId id="431" r:id="rId26"/>
    <p:sldId id="433" r:id="rId27"/>
    <p:sldId id="434" r:id="rId28"/>
    <p:sldId id="426" r:id="rId29"/>
    <p:sldId id="435" r:id="rId30"/>
    <p:sldId id="436" r:id="rId31"/>
    <p:sldId id="437" r:id="rId32"/>
    <p:sldId id="264" r:id="rId33"/>
    <p:sldId id="420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8BE"/>
    <a:srgbClr val="FF0000"/>
    <a:srgbClr val="D9D9D9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5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29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tipages/ES23UAB431-02" TargetMode="Externa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hyperlink" Target="https://trello.com/invite/scrum437/ATTIc166beb62bacfa5bbf853a2924096fefE73BEFBC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 dirty="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03: Especificacions i 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919370" y="3628935"/>
            <a:ext cx="231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800"/>
            </a:pPr>
            <a:r>
              <a:rPr lang="ca-ES" dirty="0">
                <a:solidFill>
                  <a:schemeClr val="dk1"/>
                </a:solidFill>
              </a:rPr>
              <a:t>Alejandro Ibarra Amaro</a:t>
            </a:r>
          </a:p>
        </p:txBody>
      </p:sp>
      <p:sp>
        <p:nvSpPr>
          <p:cNvPr id="3" name="Google Shape;121;p2">
            <a:extLst>
              <a:ext uri="{FF2B5EF4-FFF2-40B4-BE49-F238E27FC236}">
                <a16:creationId xmlns:a16="http://schemas.microsoft.com/office/drawing/2014/main" id="{B6383E0C-FDFB-F010-6F2F-1DB223757DCA}"/>
              </a:ext>
            </a:extLst>
          </p:cNvPr>
          <p:cNvSpPr txBox="1"/>
          <p:nvPr/>
        </p:nvSpPr>
        <p:spPr>
          <a:xfrm>
            <a:off x="4023231" y="3628935"/>
            <a:ext cx="1354500" cy="646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 Sala Tarré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2;p2">
            <a:extLst>
              <a:ext uri="{FF2B5EF4-FFF2-40B4-BE49-F238E27FC236}">
                <a16:creationId xmlns:a16="http://schemas.microsoft.com/office/drawing/2014/main" id="{0A3C3212-9880-B84C-7283-7EFE2C3FE50F}"/>
              </a:ext>
            </a:extLst>
          </p:cNvPr>
          <p:cNvSpPr txBox="1"/>
          <p:nvPr/>
        </p:nvSpPr>
        <p:spPr>
          <a:xfrm>
            <a:off x="1266385" y="5986110"/>
            <a:ext cx="1625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 Pagès Sánchez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2">
            <a:extLst>
              <a:ext uri="{FF2B5EF4-FFF2-40B4-BE49-F238E27FC236}">
                <a16:creationId xmlns:a16="http://schemas.microsoft.com/office/drawing/2014/main" id="{483AE365-4129-846F-01E0-9024A4F4A722}"/>
              </a:ext>
            </a:extLst>
          </p:cNvPr>
          <p:cNvSpPr txBox="1"/>
          <p:nvPr/>
        </p:nvSpPr>
        <p:spPr>
          <a:xfrm>
            <a:off x="3792981" y="5986110"/>
            <a:ext cx="1815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 </a:t>
            </a:r>
            <a:r>
              <a:rPr lang="ca-ES" sz="1800" i="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Capafons</a:t>
            </a: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Cuadra</a:t>
            </a:r>
            <a:endParaRPr sz="1800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oogle Shape;124;p2">
            <a:extLst>
              <a:ext uri="{FF2B5EF4-FFF2-40B4-BE49-F238E27FC236}">
                <a16:creationId xmlns:a16="http://schemas.microsoft.com/office/drawing/2014/main" id="{4B6506D9-16C5-7EF4-2B27-3655F1FACB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7454" y="2249406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5;p2">
            <a:extLst>
              <a:ext uri="{FF2B5EF4-FFF2-40B4-BE49-F238E27FC236}">
                <a16:creationId xmlns:a16="http://schemas.microsoft.com/office/drawing/2014/main" id="{D3C0B77C-813D-2B82-A4F0-4420662234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034"/>
          <a:stretch/>
        </p:blipFill>
        <p:spPr>
          <a:xfrm>
            <a:off x="3922530" y="4388109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6;p2">
            <a:extLst>
              <a:ext uri="{FF2B5EF4-FFF2-40B4-BE49-F238E27FC236}">
                <a16:creationId xmlns:a16="http://schemas.microsoft.com/office/drawing/2014/main" id="{AED74F45-805A-E347-F936-2B678A1556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3155" y="2159859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7;p2">
            <a:extLst>
              <a:ext uri="{FF2B5EF4-FFF2-40B4-BE49-F238E27FC236}">
                <a16:creationId xmlns:a16="http://schemas.microsoft.com/office/drawing/2014/main" id="{6ADE8B53-DC35-1E05-51FF-0B7A42BFD5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1647" y="4388102"/>
            <a:ext cx="1354575" cy="1573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21;p2">
            <a:extLst>
              <a:ext uri="{FF2B5EF4-FFF2-40B4-BE49-F238E27FC236}">
                <a16:creationId xmlns:a16="http://schemas.microsoft.com/office/drawing/2014/main" id="{C6430604-E226-1513-EA3B-74FDD6234BF0}"/>
              </a:ext>
            </a:extLst>
          </p:cNvPr>
          <p:cNvSpPr txBox="1"/>
          <p:nvPr/>
        </p:nvSpPr>
        <p:spPr>
          <a:xfrm>
            <a:off x="4023231" y="3642485"/>
            <a:ext cx="1354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 Sala Tarré</a:t>
            </a:r>
            <a:endParaRPr sz="18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3E001C8-D229-3F2D-42EB-B8F2D3786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549955"/>
            <a:ext cx="5374822" cy="30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9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6283732" y="4903438"/>
            <a:ext cx="4825135" cy="184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MARTÍ PAGÈS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especificacions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cuiner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xat</a:t>
            </a:r>
            <a:endParaRPr lang="ca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2211DD-048E-6AEB-6E7F-EA9AC912627A}"/>
              </a:ext>
            </a:extLst>
          </p:cNvPr>
          <p:cNvSpPr txBox="1"/>
          <p:nvPr/>
        </p:nvSpPr>
        <p:spPr>
          <a:xfrm>
            <a:off x="6283732" y="1904860"/>
            <a:ext cx="4825135" cy="2998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MARC SALA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Comanda/Reserva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correu electrònic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PowerPoint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Burn-down </a:t>
            </a:r>
            <a:r>
              <a:rPr lang="ca-ES" sz="1600" dirty="0" err="1"/>
              <a:t>chart</a:t>
            </a:r>
            <a:endParaRPr lang="ca-E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Ajuntar diagrames</a:t>
            </a:r>
            <a:endParaRPr lang="ca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A21BE4-7A38-735F-5675-F5D91443AD5D}"/>
              </a:ext>
            </a:extLst>
          </p:cNvPr>
          <p:cNvSpPr txBox="1"/>
          <p:nvPr/>
        </p:nvSpPr>
        <p:spPr>
          <a:xfrm>
            <a:off x="1375659" y="1904860"/>
            <a:ext cx="4720339" cy="2259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ALEJANDRO IBARRA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client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usuari no registrat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entitat bancària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10CE5B-4436-8E40-2FCD-E09F7D6802B1}"/>
              </a:ext>
            </a:extLst>
          </p:cNvPr>
          <p:cNvSpPr txBox="1"/>
          <p:nvPr/>
        </p:nvSpPr>
        <p:spPr>
          <a:xfrm>
            <a:off x="1375660" y="4164774"/>
            <a:ext cx="4720339" cy="262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HUG CAPAFONS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Acabar diagrama de casos d’ús final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repartidor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usuari general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GPS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69FD9-1EB6-3728-F81E-D81C0778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B352FC-1F44-4AB9-A2BD-FBF231C6B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7B0B66-8FF3-F26C-AAA9-026AA0641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" r="5128"/>
          <a:stretch>
            <a:fillRect/>
          </a:stretch>
        </p:blipFill>
        <p:spPr>
          <a:xfrm>
            <a:off x="0" y="0"/>
            <a:ext cx="12499571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6288261" cy="1573149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noFill/>
          </a:ln>
          <a:effectLst>
            <a:outerShdw blurRad="508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F58E78-39D4-55F9-F9F7-A41805A4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10" y="4909985"/>
            <a:ext cx="3212386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Trello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28936" y="5498088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21A33-5E94-FCE0-06FE-7F8F9AA3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2170" y="6356350"/>
            <a:ext cx="90764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124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7509EE1-50C3-F952-9B8A-05927233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E17418-E994-80DA-BCB2-7AC817D1D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238"/>
            <a:ext cx="12192000" cy="576752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 txBox="1">
            <a:spLocks/>
          </p:cNvSpPr>
          <p:nvPr/>
        </p:nvSpPr>
        <p:spPr>
          <a:xfrm>
            <a:off x="5529834" y="212680"/>
            <a:ext cx="6161532" cy="665116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a-ES" dirty="0"/>
              <a:t>Diagrama Cas d’Ús final</a:t>
            </a:r>
          </a:p>
        </p:txBody>
      </p:sp>
    </p:spTree>
    <p:extLst>
      <p:ext uri="{BB962C8B-B14F-4D97-AF65-F5344CB8AC3E}">
        <p14:creationId xmlns:p14="http://schemas.microsoft.com/office/powerpoint/2010/main" val="317176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8C6A5-709E-8BF9-82F5-B963710C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7304435-9903-ED17-BC44-3F41F7CB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8BEBEF-155C-B5DA-9899-0DDB28DAA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238"/>
            <a:ext cx="12192000" cy="57675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9B509AF-A78D-F867-3141-87671289D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238"/>
            <a:ext cx="12192000" cy="576752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6E44834-A1BE-3307-37AB-72577058581A}"/>
              </a:ext>
            </a:extLst>
          </p:cNvPr>
          <p:cNvSpPr txBox="1">
            <a:spLocks/>
          </p:cNvSpPr>
          <p:nvPr/>
        </p:nvSpPr>
        <p:spPr>
          <a:xfrm>
            <a:off x="5529834" y="212680"/>
            <a:ext cx="6161532" cy="665116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a-ES" dirty="0"/>
              <a:t>Diagrama Cas d’Ús final</a:t>
            </a:r>
          </a:p>
        </p:txBody>
      </p:sp>
    </p:spTree>
    <p:extLst>
      <p:ext uri="{BB962C8B-B14F-4D97-AF65-F5344CB8AC3E}">
        <p14:creationId xmlns:p14="http://schemas.microsoft.com/office/powerpoint/2010/main" val="355401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Especificacions - Alejandro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4150ED-3610-5426-AA25-C851F003B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499" y="625684"/>
            <a:ext cx="5552550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endParaRPr lang="ca-ES"/>
          </a:p>
          <a:p>
            <a:pPr algn="just">
              <a:spcAft>
                <a:spcPts val="600"/>
              </a:spcAft>
            </a:pPr>
            <a:endParaRPr lang="ca-ES"/>
          </a:p>
          <a:p>
            <a:pPr algn="just">
              <a:spcAft>
                <a:spcPts val="600"/>
              </a:spcAft>
            </a:pP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14622-934B-60DF-7E03-DB9F57A8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1" name="Freeform: Shape 60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48EB46-F99E-E384-2409-AFE5DDEA8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Especificacions</a:t>
            </a:r>
            <a:r>
              <a:rPr lang="en-US" sz="3700" dirty="0"/>
              <a:t> - Marc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0A2C5C-78BB-4639-8F65-5EB0C4D07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953" y="625684"/>
            <a:ext cx="6129641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2DC89-07F9-0700-0317-F2C2526C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282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A6346-4E53-8399-91CC-ABE23175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8BEA56-341E-6275-FB2F-3183A62B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Especificacions</a:t>
            </a:r>
            <a:r>
              <a:rPr lang="en-US" sz="3700" dirty="0"/>
              <a:t> - Martí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3CAD32-5761-580D-CF4E-16DADFA02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57" y="205791"/>
            <a:ext cx="5817891" cy="6446417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E7E443-C5C1-8414-1862-BC2EC845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21008D7-2D1D-95F5-64D0-D6FA9778D26F}"/>
              </a:ext>
            </a:extLst>
          </p:cNvPr>
          <p:cNvSpPr txBox="1"/>
          <p:nvPr/>
        </p:nvSpPr>
        <p:spPr>
          <a:xfrm>
            <a:off x="428603" y="2198728"/>
            <a:ext cx="11266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endParaRPr lang="ca-ES"/>
          </a:p>
          <a:p>
            <a:pPr algn="just">
              <a:spcAft>
                <a:spcPts val="600"/>
              </a:spcAft>
            </a:pPr>
            <a:endParaRPr lang="ca-ES"/>
          </a:p>
          <a:p>
            <a:pPr algn="just">
              <a:spcAft>
                <a:spcPts val="600"/>
              </a:spcAft>
            </a:pP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6728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A810E-61BA-024C-670D-7EA82D50D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1" name="Freeform: Shape 60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2413E-94BC-692F-C263-A11D9314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Especificacions</a:t>
            </a:r>
            <a:r>
              <a:rPr lang="en-US" sz="3700" dirty="0"/>
              <a:t> - Hug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F2A5A8-5334-A3DD-1835-B91716854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907" y="625684"/>
            <a:ext cx="6181734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953BF-1274-6B8C-12AC-53ACF20E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95C5FA-A9AA-67A1-0D41-B709B37F08A6}"/>
              </a:ext>
            </a:extLst>
          </p:cNvPr>
          <p:cNvSpPr txBox="1"/>
          <p:nvPr/>
        </p:nvSpPr>
        <p:spPr>
          <a:xfrm>
            <a:off x="428603" y="2198728"/>
            <a:ext cx="11266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endParaRPr lang="ca-ES"/>
          </a:p>
          <a:p>
            <a:pPr algn="just">
              <a:spcAft>
                <a:spcPts val="600"/>
              </a:spcAft>
            </a:pPr>
            <a:endParaRPr lang="ca-ES"/>
          </a:p>
          <a:p>
            <a:pPr algn="just">
              <a:spcAft>
                <a:spcPts val="600"/>
              </a:spcAft>
            </a:pPr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07750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5341F-C123-06EB-813C-B80CDC92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6F48AD3-C8B3-4F74-B546-F12937F7D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446E33-E11D-9CE5-7D89-99B4A949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inicial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5ECA96-56BD-9234-DB2F-9A3786F3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983140-BB8E-B4F0-C656-BE1720146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52" y="0"/>
            <a:ext cx="6271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0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6F48AD3-C8B3-4F74-B546-F12937F7D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Burn-down chart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6EC097-DCE3-E6AE-4645-68489CF0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1095646"/>
            <a:ext cx="7053626" cy="45143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C73A-1C08-B505-A3E0-BAD0F768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FF773-323A-35BA-3274-AC27F546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Alejandro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43978C-8DEA-5928-5B7A-B547C917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F7320D7-D5AB-35E2-99CC-892BA9EF5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355" y="2128700"/>
            <a:ext cx="6325940" cy="4191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8D21357-2AAD-51D3-3891-5DA7E370C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" y="1866696"/>
            <a:ext cx="5638052" cy="471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4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F7EBBD-341B-BC56-B4C0-324ED289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42BA29-33BA-DB71-C997-CC2DAD21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5" y="1270421"/>
            <a:ext cx="6007131" cy="431715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DEACF34-FBFF-6428-1237-7C56E2FA5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456" y="1195965"/>
            <a:ext cx="6094218" cy="446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2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9A60223-EEC5-5328-45C5-0D40D26B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36F587-91D6-0C34-62CF-43830A7D9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4" y="550021"/>
            <a:ext cx="5856514" cy="57579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282FBF-BC74-13D6-7B85-D83B76300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1" y="816426"/>
            <a:ext cx="6206235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6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E00416A-3D04-14CC-608B-FD3ADE25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322C09-306A-1D29-0296-3FBD9091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007" y="479562"/>
            <a:ext cx="7287986" cy="58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4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4078-2348-2612-A2AC-C5AC1945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48A33-3739-6FBF-A2A4-62745E80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Marc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4974C6-B523-BF66-F98C-6004475F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6C0F20-A7C9-F0E1-F233-7ACA32D35242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A40BB4-7E6B-4523-26A8-A4A30CF2A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03" y="1652016"/>
            <a:ext cx="5316498" cy="51134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BF3571D-89D6-5A27-9467-FD55B15B9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2016"/>
            <a:ext cx="5771029" cy="513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D1B0ADD-28B7-8164-90A8-FB21D061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1A1EEE-75FC-EC70-9738-85577C00C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2" y="772328"/>
            <a:ext cx="6092093" cy="531334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B0969CF-9594-5C35-FBAB-B204445AC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745" y="157843"/>
            <a:ext cx="5565740" cy="6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6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C5573FF-D04B-19E4-9CFF-E4CF7D52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AA3828-874A-6BE5-5EB4-3C75271E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767" y="873578"/>
            <a:ext cx="5889489" cy="51108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8A1D4B-6D13-E245-48B3-163CB7BD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8" y="334734"/>
            <a:ext cx="5776976" cy="618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4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D29F885-1EAF-C0D6-98F0-60080306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D72765-323C-28DA-5CD7-CEAC57650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33" y="422063"/>
            <a:ext cx="6964734" cy="601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6848-33F5-9EDC-C880-A54E6700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E1801-EE63-61DB-3ABB-1C9E6D6A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Martí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701FF1-6297-C873-D7AC-EE31C9FC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BDEEC3-5111-DE85-36CD-EC18A355EE4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0894E9-FE3D-D424-7A7D-2AE4682A7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56" y="1511300"/>
            <a:ext cx="4829472" cy="53467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6E17AA-D75D-3833-E415-7D9B09408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874" y="1380767"/>
            <a:ext cx="5055423" cy="547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3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2D90E8-819F-24D5-2F49-23FCABFE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43FF4F8-A04A-5DFF-208B-C47E9471D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812716"/>
            <a:ext cx="6096000" cy="51246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5CAA6ED-FC29-DFB9-720D-00001DA63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086" y="393700"/>
            <a:ext cx="5477714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1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6C1CBC-6982-74D7-890A-35FCDDC2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A5CE5A-7E03-64D8-86F0-C3BD4A6E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485" y="912763"/>
            <a:ext cx="5824115" cy="49292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F599A9-2979-5FD9-A538-1C05AE66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04813"/>
            <a:ext cx="5824116" cy="514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5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B72530B-834D-36E5-D943-897CB9E7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659196-07A1-3601-2004-7E3EAAF6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643" y="808288"/>
            <a:ext cx="5795657" cy="524142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4B32232-CE6F-794E-EA03-5D0CB6879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59" y="808288"/>
            <a:ext cx="5785799" cy="524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F3F0-15DB-A2BF-5005-00B7CE83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4559E-F899-90FD-95CA-3D69AD15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Hug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F1DBEA-726F-A947-AAC9-90D20864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433AEE0-216E-C37C-6917-AEDE10546429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CB40ED9-EE0D-A285-ADDA-B8C00C438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97" y="2232677"/>
            <a:ext cx="5783408" cy="41236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A483927-4BA9-E334-BEC1-2D273A5CD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095" y="1728216"/>
            <a:ext cx="5580190" cy="492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4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B6A6CD5-5907-A74B-6A22-0C7A3755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7B17DC4-CAA2-F0B2-0EDF-0F1A158F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25" y="1157876"/>
            <a:ext cx="5774041" cy="45422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02484AF-998A-003D-1272-54F39648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2404"/>
            <a:ext cx="5950375" cy="48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2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B7AF41-1985-10EE-83CB-8CFD4303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73758E-014A-40CC-E5E3-6F69250F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3" y="1119867"/>
            <a:ext cx="6008537" cy="46182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2777FD9-E0C3-83AB-6737-26A33C753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656" y="1141389"/>
            <a:ext cx="5975260" cy="457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A350DD8-53EE-C621-C1E9-216E093B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08CCF9-B82E-6519-A7A0-543231491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16445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C3B92A-7E73-8DD2-A110-7D58D8EA3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445" y="1134809"/>
            <a:ext cx="5988317" cy="458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-ES" dirty="0"/>
              <a:t>Links:</a:t>
            </a:r>
            <a:endParaRPr dirty="0"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1"/>
          </p:nvPr>
        </p:nvSpPr>
        <p:spPr>
          <a:xfrm>
            <a:off x="1115575" y="2478025"/>
            <a:ext cx="53562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 dirty="0">
                <a:solidFill>
                  <a:schemeClr val="hlink"/>
                </a:solidFill>
                <a:hlinkClick r:id="rId3"/>
              </a:rPr>
              <a:t>https://github.com/martipages/ES23UAB431-02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 dirty="0">
                <a:solidFill>
                  <a:schemeClr val="hlink"/>
                </a:solidFill>
                <a:hlinkClick r:id="rId4"/>
              </a:rPr>
              <a:t>https://trello.com/invite/scrum437/ATTIc166beb62bacfa5bbf853a2924096fefE73BEFBC</a:t>
            </a:r>
            <a:endParaRPr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29</a:t>
            </a:fld>
            <a:endParaRPr dirty="0"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F1477-974D-C9CB-9C96-87980E9B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✓ Ingeniería de software: La carrera del futuro, ¿por qué? | IT Masters Mag">
            <a:extLst>
              <a:ext uri="{FF2B5EF4-FFF2-40B4-BE49-F238E27FC236}">
                <a16:creationId xmlns:a16="http://schemas.microsoft.com/office/drawing/2014/main" id="{E0F2F0BE-4D10-0645-356C-58D27FC3D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64029"/>
            <a:ext cx="12230011" cy="815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sen imagenes duras de cojones (aqui mi aportacion) : r/orslokx">
            <a:extLst>
              <a:ext uri="{FF2B5EF4-FFF2-40B4-BE49-F238E27FC236}">
                <a16:creationId xmlns:a16="http://schemas.microsoft.com/office/drawing/2014/main" id="{0ABFAC28-7731-607B-CDEE-ECC47E54D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317" y="27722"/>
            <a:ext cx="4429579" cy="543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5ADACE9-1BC1-9628-D7B5-67EE25BE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 dirty="0"/>
          </a:p>
        </p:txBody>
      </p:sp>
      <p:pic>
        <p:nvPicPr>
          <p:cNvPr id="1026" name="Picture 2" descr="CLB La Liga đăng bài chiêu mộ Kylian Mbappe">
            <a:extLst>
              <a:ext uri="{FF2B5EF4-FFF2-40B4-BE49-F238E27FC236}">
                <a16:creationId xmlns:a16="http://schemas.microsoft.com/office/drawing/2014/main" id="{350D43F3-EDAA-828A-5F86-FD2352237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387" y="75610"/>
            <a:ext cx="4180453" cy="538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1DA0323-5A8E-7D8E-2550-8AC7726D0509}"/>
              </a:ext>
            </a:extLst>
          </p:cNvPr>
          <p:cNvSpPr txBox="1"/>
          <p:nvPr/>
        </p:nvSpPr>
        <p:spPr>
          <a:xfrm>
            <a:off x="1210317" y="75610"/>
            <a:ext cx="425975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CÓMO TENER UNA NOCHE INOLVIDABLE:</a:t>
            </a: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endParaRPr lang="es-ES" sz="2000" b="1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es-ES" sz="2000" b="1" dirty="0">
                <a:solidFill>
                  <a:schemeClr val="bg1"/>
                </a:solidFill>
              </a:rPr>
              <a:t>PASO </a:t>
            </a:r>
            <a:r>
              <a:rPr lang="ca-ES" sz="2000" b="1" noProof="0" dirty="0">
                <a:solidFill>
                  <a:schemeClr val="bg1"/>
                </a:solidFill>
              </a:rPr>
              <a:t>Nº</a:t>
            </a:r>
            <a:r>
              <a:rPr lang="es-ES" sz="2000" b="1" dirty="0">
                <a:solidFill>
                  <a:schemeClr val="bg1"/>
                </a:solidFill>
              </a:rPr>
              <a:t> 1: TEN UNA NOCHE</a:t>
            </a:r>
          </a:p>
          <a:p>
            <a:r>
              <a:rPr lang="es-ES" sz="2000" b="1" dirty="0">
                <a:solidFill>
                  <a:schemeClr val="bg1"/>
                </a:solidFill>
              </a:rPr>
              <a:t>PASO </a:t>
            </a:r>
            <a:r>
              <a:rPr lang="es-ES" sz="2000" b="1" dirty="0" err="1">
                <a:solidFill>
                  <a:schemeClr val="bg1"/>
                </a:solidFill>
              </a:rPr>
              <a:t>Nº</a:t>
            </a:r>
            <a:r>
              <a:rPr lang="es-ES" sz="2000" b="1" dirty="0">
                <a:solidFill>
                  <a:schemeClr val="bg1"/>
                </a:solidFill>
              </a:rPr>
              <a:t> 2: NO LA OLVIDES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7CE64B-3C12-5C3A-BDAB-BCF190E47B5B}"/>
              </a:ext>
            </a:extLst>
          </p:cNvPr>
          <p:cNvSpPr txBox="1"/>
          <p:nvPr/>
        </p:nvSpPr>
        <p:spPr>
          <a:xfrm>
            <a:off x="2065564" y="5582702"/>
            <a:ext cx="8060871" cy="11387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ES" b="1" dirty="0"/>
          </a:p>
          <a:p>
            <a:pPr algn="ctr"/>
            <a:r>
              <a:rPr lang="es-ES" sz="3200" b="1" dirty="0"/>
              <a:t>👏 GRÀCIES PER L’ATENCIÓ 👏</a:t>
            </a:r>
          </a:p>
          <a:p>
            <a:pPr algn="ctr"/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603890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8547</TotalTime>
  <Words>226</Words>
  <Application>Microsoft Office PowerPoint</Application>
  <PresentationFormat>Panorámica</PresentationFormat>
  <Paragraphs>101</Paragraphs>
  <Slides>30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Tasques fetes al sprint</vt:lpstr>
      <vt:lpstr>Trello</vt:lpstr>
      <vt:lpstr>Presentación de PowerPoint</vt:lpstr>
      <vt:lpstr>Presentación de PowerPoint</vt:lpstr>
      <vt:lpstr>Especificacions - Alejandro</vt:lpstr>
      <vt:lpstr>Especificacions - Marc</vt:lpstr>
      <vt:lpstr>Especificacions - Martí</vt:lpstr>
      <vt:lpstr>Especificacions - Hug</vt:lpstr>
      <vt:lpstr>Diagrama Classes inicial</vt:lpstr>
      <vt:lpstr>Burn-down chart</vt:lpstr>
      <vt:lpstr>Especificacions - Alejandro</vt:lpstr>
      <vt:lpstr>Presentación de PowerPoint</vt:lpstr>
      <vt:lpstr>Presentación de PowerPoint</vt:lpstr>
      <vt:lpstr>Presentación de PowerPoint</vt:lpstr>
      <vt:lpstr>Especificacions - Marc</vt:lpstr>
      <vt:lpstr>Presentación de PowerPoint</vt:lpstr>
      <vt:lpstr>Presentación de PowerPoint</vt:lpstr>
      <vt:lpstr>Presentación de PowerPoint</vt:lpstr>
      <vt:lpstr>Especificacions - Martí</vt:lpstr>
      <vt:lpstr>Presentación de PowerPoint</vt:lpstr>
      <vt:lpstr>Presentación de PowerPoint</vt:lpstr>
      <vt:lpstr>Presentación de PowerPoint</vt:lpstr>
      <vt:lpstr>Especificacions - Hug</vt:lpstr>
      <vt:lpstr>Presentación de PowerPoint</vt:lpstr>
      <vt:lpstr>Presentación de PowerPoint</vt:lpstr>
      <vt:lpstr>Presentación de PowerPoint</vt:lpstr>
      <vt:lpstr>Links: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Marc Sala Tarré</cp:lastModifiedBy>
  <cp:revision>45</cp:revision>
  <dcterms:created xsi:type="dcterms:W3CDTF">2023-02-10T08:32:17Z</dcterms:created>
  <dcterms:modified xsi:type="dcterms:W3CDTF">2026-05-17T20:59:36Z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