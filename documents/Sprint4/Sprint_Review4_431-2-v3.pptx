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83"/>
  </p:notesMasterIdLst>
  <p:sldIdLst>
    <p:sldId id="412" r:id="rId5"/>
    <p:sldId id="458" r:id="rId6"/>
    <p:sldId id="408" r:id="rId7"/>
    <p:sldId id="441" r:id="rId8"/>
    <p:sldId id="409" r:id="rId9"/>
    <p:sldId id="415" r:id="rId10"/>
    <p:sldId id="410" r:id="rId11"/>
    <p:sldId id="414" r:id="rId12"/>
    <p:sldId id="416" r:id="rId13"/>
    <p:sldId id="417" r:id="rId14"/>
    <p:sldId id="418" r:id="rId15"/>
    <p:sldId id="419" r:id="rId16"/>
    <p:sldId id="420" r:id="rId17"/>
    <p:sldId id="421" r:id="rId18"/>
    <p:sldId id="411" r:id="rId19"/>
    <p:sldId id="264" r:id="rId20"/>
    <p:sldId id="428" r:id="rId21"/>
    <p:sldId id="429" r:id="rId22"/>
    <p:sldId id="430" r:id="rId23"/>
    <p:sldId id="422" r:id="rId24"/>
    <p:sldId id="423" r:id="rId25"/>
    <p:sldId id="426" r:id="rId26"/>
    <p:sldId id="427" r:id="rId27"/>
    <p:sldId id="424" r:id="rId28"/>
    <p:sldId id="425" r:id="rId29"/>
    <p:sldId id="459" r:id="rId30"/>
    <p:sldId id="460" r:id="rId31"/>
    <p:sldId id="461" r:id="rId32"/>
    <p:sldId id="462" r:id="rId33"/>
    <p:sldId id="463" r:id="rId34"/>
    <p:sldId id="464" r:id="rId35"/>
    <p:sldId id="439" r:id="rId36"/>
    <p:sldId id="440" r:id="rId37"/>
    <p:sldId id="433" r:id="rId38"/>
    <p:sldId id="434" r:id="rId39"/>
    <p:sldId id="435" r:id="rId40"/>
    <p:sldId id="436" r:id="rId41"/>
    <p:sldId id="437" r:id="rId42"/>
    <p:sldId id="438" r:id="rId43"/>
    <p:sldId id="465" r:id="rId44"/>
    <p:sldId id="466" r:id="rId45"/>
    <p:sldId id="467" r:id="rId46"/>
    <p:sldId id="468" r:id="rId47"/>
    <p:sldId id="469" r:id="rId48"/>
    <p:sldId id="470" r:id="rId49"/>
    <p:sldId id="471" r:id="rId50"/>
    <p:sldId id="472" r:id="rId51"/>
    <p:sldId id="446" r:id="rId52"/>
    <p:sldId id="447" r:id="rId53"/>
    <p:sldId id="481" r:id="rId54"/>
    <p:sldId id="482" r:id="rId55"/>
    <p:sldId id="483" r:id="rId56"/>
    <p:sldId id="484" r:id="rId57"/>
    <p:sldId id="444" r:id="rId58"/>
    <p:sldId id="445" r:id="rId59"/>
    <p:sldId id="479" r:id="rId60"/>
    <p:sldId id="480" r:id="rId61"/>
    <p:sldId id="485" r:id="rId62"/>
    <p:sldId id="486" r:id="rId63"/>
    <p:sldId id="487" r:id="rId64"/>
    <p:sldId id="488" r:id="rId65"/>
    <p:sldId id="448" r:id="rId66"/>
    <p:sldId id="449" r:id="rId67"/>
    <p:sldId id="452" r:id="rId68"/>
    <p:sldId id="453" r:id="rId69"/>
    <p:sldId id="454" r:id="rId70"/>
    <p:sldId id="455" r:id="rId71"/>
    <p:sldId id="456" r:id="rId72"/>
    <p:sldId id="457" r:id="rId73"/>
    <p:sldId id="473" r:id="rId74"/>
    <p:sldId id="474" r:id="rId75"/>
    <p:sldId id="450" r:id="rId76"/>
    <p:sldId id="451" r:id="rId77"/>
    <p:sldId id="475" r:id="rId78"/>
    <p:sldId id="476" r:id="rId79"/>
    <p:sldId id="477" r:id="rId80"/>
    <p:sldId id="478" r:id="rId81"/>
    <p:sldId id="399" r:id="rId8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13" autoAdjust="0"/>
    <p:restoredTop sz="94660"/>
  </p:normalViewPr>
  <p:slideViewPr>
    <p:cSldViewPr snapToGrid="0">
      <p:cViewPr>
        <p:scale>
          <a:sx n="66" d="100"/>
          <a:sy n="66" d="100"/>
        </p:scale>
        <p:origin x="470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2" name="Google Shape;1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16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tipages/ES23UAB431-02" TargetMode="External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trello.com/invite/scrum437/ATTIc166beb62bacfa5bbf853a2924096fefE73BEFBC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919370" y="3628935"/>
            <a:ext cx="231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800"/>
            </a:pPr>
            <a:r>
              <a:rPr lang="ca-ES" dirty="0">
                <a:solidFill>
                  <a:schemeClr val="dk1"/>
                </a:solidFill>
              </a:rPr>
              <a:t>Alejandro Ibarra Amaro</a:t>
            </a:r>
          </a:p>
        </p:txBody>
      </p:sp>
      <p:sp>
        <p:nvSpPr>
          <p:cNvPr id="6" name="Google Shape;122;p2">
            <a:extLst>
              <a:ext uri="{FF2B5EF4-FFF2-40B4-BE49-F238E27FC236}">
                <a16:creationId xmlns:a16="http://schemas.microsoft.com/office/drawing/2014/main" id="{0A3C3212-9880-B84C-7283-7EFE2C3FE50F}"/>
              </a:ext>
            </a:extLst>
          </p:cNvPr>
          <p:cNvSpPr txBox="1"/>
          <p:nvPr/>
        </p:nvSpPr>
        <p:spPr>
          <a:xfrm>
            <a:off x="1266385" y="5986110"/>
            <a:ext cx="1625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Martí Pagès Sánchez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2">
            <a:extLst>
              <a:ext uri="{FF2B5EF4-FFF2-40B4-BE49-F238E27FC236}">
                <a16:creationId xmlns:a16="http://schemas.microsoft.com/office/drawing/2014/main" id="{483AE365-4129-846F-01E0-9024A4F4A722}"/>
              </a:ext>
            </a:extLst>
          </p:cNvPr>
          <p:cNvSpPr txBox="1"/>
          <p:nvPr/>
        </p:nvSpPr>
        <p:spPr>
          <a:xfrm>
            <a:off x="3792981" y="5986110"/>
            <a:ext cx="1815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 </a:t>
            </a:r>
            <a:r>
              <a:rPr lang="ca-ES" sz="1800" i="0" u="none" strike="noStrike" cap="none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Capafons</a:t>
            </a: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Cuadra</a:t>
            </a:r>
            <a:endParaRPr sz="1800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oogle Shape;124;p2">
            <a:extLst>
              <a:ext uri="{FF2B5EF4-FFF2-40B4-BE49-F238E27FC236}">
                <a16:creationId xmlns:a16="http://schemas.microsoft.com/office/drawing/2014/main" id="{4B6506D9-16C5-7EF4-2B27-3655F1FACB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7454" y="2249406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5;p2">
            <a:extLst>
              <a:ext uri="{FF2B5EF4-FFF2-40B4-BE49-F238E27FC236}">
                <a16:creationId xmlns:a16="http://schemas.microsoft.com/office/drawing/2014/main" id="{D3C0B77C-813D-2B82-A4F0-4420662234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034"/>
          <a:stretch/>
        </p:blipFill>
        <p:spPr>
          <a:xfrm>
            <a:off x="3922530" y="4388109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6;p2">
            <a:extLst>
              <a:ext uri="{FF2B5EF4-FFF2-40B4-BE49-F238E27FC236}">
                <a16:creationId xmlns:a16="http://schemas.microsoft.com/office/drawing/2014/main" id="{AED74F45-805A-E347-F936-2B678A1556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3155" y="2159859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3E001C8-D229-3F2D-42EB-B8F2D3786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49955"/>
            <a:ext cx="5374822" cy="306962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D65312B-4761-3ADE-3647-F1A807231CBA}"/>
              </a:ext>
            </a:extLst>
          </p:cNvPr>
          <p:cNvSpPr txBox="1"/>
          <p:nvPr/>
        </p:nvSpPr>
        <p:spPr>
          <a:xfrm>
            <a:off x="3983155" y="3653888"/>
            <a:ext cx="1434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Marc Sala </a:t>
            </a:r>
            <a:r>
              <a:rPr lang="es-ES" dirty="0" err="1"/>
              <a:t>Tarré</a:t>
            </a:r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676A14F-EA19-23AA-E6E8-42E1400A3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6726" y="4388109"/>
            <a:ext cx="1191702" cy="157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6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11B6032-4841-F854-5C18-5045CAAA98B7}"/>
              </a:ext>
            </a:extLst>
          </p:cNvPr>
          <p:cNvSpPr txBox="1"/>
          <p:nvPr/>
        </p:nvSpPr>
        <p:spPr>
          <a:xfrm>
            <a:off x="6174815" y="2240424"/>
            <a:ext cx="4720339" cy="184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ALEJANDRO IBARRA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D25865A-8840-E118-15C3-34CB99A1BBF3}"/>
              </a:ext>
            </a:extLst>
          </p:cNvPr>
          <p:cNvSpPr txBox="1"/>
          <p:nvPr/>
        </p:nvSpPr>
        <p:spPr>
          <a:xfrm>
            <a:off x="1178844" y="1871092"/>
            <a:ext cx="4825135" cy="258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MARC SALA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Classes Gestor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b="1" dirty="0"/>
              <a:t>Treure </a:t>
            </a:r>
            <a:r>
              <a:rPr lang="ca-ES" sz="1600" b="1" dirty="0" err="1"/>
              <a:t>ServeiNotificacions</a:t>
            </a:r>
            <a:endParaRPr lang="ca-ES" sz="1600" b="1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EAAB46B-90AB-6FCD-98DE-71475EE780A8}"/>
              </a:ext>
            </a:extLst>
          </p:cNvPr>
          <p:cNvSpPr txBox="1"/>
          <p:nvPr/>
        </p:nvSpPr>
        <p:spPr>
          <a:xfrm>
            <a:off x="1115568" y="4278998"/>
            <a:ext cx="4720339" cy="2259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HUG CAPAFONS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Classes Interfície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diagrames de seqüència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  <a:endParaRPr lang="ca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E31C7FC-D773-C613-09ED-47977D466D61}"/>
              </a:ext>
            </a:extLst>
          </p:cNvPr>
          <p:cNvSpPr txBox="1"/>
          <p:nvPr/>
        </p:nvSpPr>
        <p:spPr>
          <a:xfrm>
            <a:off x="6122416" y="3994340"/>
            <a:ext cx="4825135" cy="258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MARTÍ PAGÈS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diagrames de seqüència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Arreglar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PowerPoint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 err="1"/>
              <a:t>Burn-down</a:t>
            </a:r>
            <a:r>
              <a:rPr lang="ca-ES" sz="1600" dirty="0"/>
              <a:t> Chart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Repassar GitHub</a:t>
            </a:r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01C75-36D6-05BA-96BE-C74E7EF95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Trello + </a:t>
            </a:r>
            <a:r>
              <a:rPr lang="es-ES" dirty="0" err="1"/>
              <a:t>Assignació</a:t>
            </a:r>
            <a:r>
              <a:rPr lang="es-ES" dirty="0"/>
              <a:t> </a:t>
            </a:r>
            <a:r>
              <a:rPr lang="es-ES" dirty="0" err="1"/>
              <a:t>Punts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AF04F9-054B-0C4B-A1AB-3495529EA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/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046AD5C2-5A57-CE4F-882E-0F08940F7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10756" y="2005140"/>
            <a:ext cx="2496504" cy="453377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4FC3702-22BB-0DAF-B647-C57F93385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740" y="1942844"/>
            <a:ext cx="6973555" cy="459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774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5829A-DA28-0229-A05E-FCE0F2E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a-ES" dirty="0"/>
              <a:t>Diagrama Classes final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58B65D-2614-915C-82AC-99B679A02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</a:t>
            </a:fld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62B1F54-B6DC-6D5A-3300-E8B2B1F08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419" y="2245713"/>
            <a:ext cx="6275162" cy="429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69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55ACA2-6CB5-C0E9-9C8C-759ED45C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F59E373-398C-2EFC-5132-601B15304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231" y="0"/>
            <a:ext cx="89275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18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A7B62-DBD7-BFDA-7B65-5E67A8D30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CAEFC-9C4C-51FD-FCC5-CC819E648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028594-75F6-86C2-9333-4845120C2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933A7ED-18E9-D42B-F297-39B59B5C7F84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76A585-8544-987B-548E-D0C02D9F4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139311"/>
            <a:ext cx="4715533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4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3C2C6-B690-4B7D-0A0F-47A9EFFB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6C2568-5805-6D5C-BB27-F900F1375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CD2FD1D-4E45-93C6-A56C-9B889611FF02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D0150E-AB3D-08B1-34B0-746DE5B2B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252412"/>
            <a:ext cx="912495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46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95D6C-1B1E-02FD-55BF-6FF820402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B92A5-97B0-0C41-4CAC-DAF2844B8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301723-B125-DEF3-23A1-9824EA4D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EFD50DC-BFF1-16E2-893F-99FA37F6A00B}"/>
              </a:ext>
            </a:extLst>
          </p:cNvPr>
          <p:cNvSpPr txBox="1"/>
          <p:nvPr/>
        </p:nvSpPr>
        <p:spPr>
          <a:xfrm>
            <a:off x="566586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8761827-3F1D-730E-8C4A-C0E2A76AA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801" y="2264484"/>
            <a:ext cx="4706007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52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043F8-7DE2-D785-FCB5-DB09DB2B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CC85C6-6094-2D27-3952-972E541B3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A8EEE4B-2FE6-336A-DEF9-09348EA0147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5B25DB-70D7-B208-7308-86E77F92A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366" y="0"/>
            <a:ext cx="5213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27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9C2C9-59BF-E402-7CEC-B262D0FD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6C3DE-3909-070F-ADCB-30A3D9CE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A6D640-AB5F-2DF2-2166-894F471B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D5CB52F-122F-CEE7-CE15-E9C06D31BE4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F75C08-D00B-B99D-9381-97303D2EB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172472"/>
            <a:ext cx="4772691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2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CD522-FAD4-EBC7-638B-19A651805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02D271-07B4-14E5-055B-A99D7FCAA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ADB711C-0415-567C-9C04-8CA433D4E939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10EF4AB-FA8F-383B-11B5-5312EAE3D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764"/>
            <a:ext cx="12192000" cy="56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51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A6FD9-2785-3696-550C-FB5BDA4BA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80E25-DDA2-F6F1-A103-A5A12D71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7792F6-17D1-2951-CF19-C22D0E1E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F3DE9B-D75D-D2B1-81AC-E734BE572D73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A06A75-A3FE-69DB-D216-FCBF170FA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70" y="2223485"/>
            <a:ext cx="4725059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54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99B7B-0036-857E-8BF0-01E6B848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325085-339B-27C7-F6BB-CB9A45281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21E6883-1652-5FF1-1B91-2A181A7389C5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11DE91-B827-7131-01CD-BE101FBBF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965"/>
            <a:ext cx="12192000" cy="417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801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Burn-down</a:t>
            </a:r>
            <a:r>
              <a:rPr lang="ca-ES" dirty="0"/>
              <a:t> </a:t>
            </a:r>
            <a:r>
              <a:rPr lang="ca-ES" dirty="0" err="1"/>
              <a:t>chart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E72876-B5DB-2552-A4AC-863F14507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0" y="1894782"/>
            <a:ext cx="827838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ca-ES" dirty="0"/>
              <a:t>Links: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ca-ES" dirty="0">
                <a:hlinkClick r:id="rId3"/>
              </a:rPr>
              <a:t>https://github.com/martipages/ES23UAB431-02</a:t>
            </a:r>
            <a:endParaRPr lang="ca-ES" dirty="0"/>
          </a:p>
          <a:p>
            <a:pPr lvl="0"/>
            <a:endParaRPr lang="ca-ES" dirty="0"/>
          </a:p>
          <a:p>
            <a:pPr lvl="0"/>
            <a:r>
              <a:rPr lang="ca-ES" dirty="0">
                <a:hlinkClick r:id="rId4"/>
              </a:rPr>
              <a:t>https://trello.com/invite/scrum437/ATTIc166beb62bacfa5bbf853a2924096fefE73BEFBC</a:t>
            </a:r>
            <a:endParaRPr lang="ca-ES" dirty="0"/>
          </a:p>
        </p:txBody>
      </p:sp>
      <p:sp>
        <p:nvSpPr>
          <p:cNvPr id="186" name="Google Shape;186;p13"/>
          <p:cNvSpPr txBox="1"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ca-ES"/>
              <a:pPr lvl="0"/>
              <a:t>16</a:t>
            </a:fld>
            <a:endParaRPr lang="ca-ES" dirty="0"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99CEA8-444C-847F-579D-F678B85A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/>
          </a:p>
        </p:txBody>
      </p:sp>
      <p:pic>
        <p:nvPicPr>
          <p:cNvPr id="2" name="Imagen 1" descr="Vintage and old movie poster hi-res stock photography and images - Alamy">
            <a:extLst>
              <a:ext uri="{FF2B5EF4-FFF2-40B4-BE49-F238E27FC236}">
                <a16:creationId xmlns:a16="http://schemas.microsoft.com/office/drawing/2014/main" id="{C4695A61-7B5C-DA58-6485-BAD6A649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54669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A410212-2378-CBA5-3B11-8F3CE997DBFC}"/>
              </a:ext>
            </a:extLst>
          </p:cNvPr>
          <p:cNvSpPr txBox="1"/>
          <p:nvPr/>
        </p:nvSpPr>
        <p:spPr>
          <a:xfrm>
            <a:off x="4271058" y="5220182"/>
            <a:ext cx="3495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alamy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my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dirty="0" err="1">
                <a:latin typeface="Verdana" panose="020B0604030504040204" pitchFamily="34" charset="0"/>
                <a:ea typeface="Verdana" panose="020B0604030504040204" pitchFamily="34" charset="0"/>
              </a:rPr>
              <a:t>beloved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 (no me patrocinan)</a:t>
            </a:r>
          </a:p>
        </p:txBody>
      </p:sp>
    </p:spTree>
    <p:extLst>
      <p:ext uri="{BB962C8B-B14F-4D97-AF65-F5344CB8AC3E}">
        <p14:creationId xmlns:p14="http://schemas.microsoft.com/office/powerpoint/2010/main" val="404080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F183-7590-D963-A430-EB48624B6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650B7-B6C5-984A-68D7-4A740C696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387A02-507D-AA44-2E6D-915B7E9A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34277E-4762-0413-369B-3E10B795E87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DAC065-6003-55A8-53BA-0D54110E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649" y="2172599"/>
            <a:ext cx="5404847" cy="454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54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6B1D1-A828-6436-C667-B709A1DDD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C4E723-05D9-FC6A-149A-AF1E6CC19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0A014C3-1F52-19C1-CF5D-9794F74E052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7EAE3AD-6D5C-5137-249A-ACF0ED856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814387"/>
            <a:ext cx="899160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76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4972-5A42-9661-940F-402E863D0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1371F-CB93-101A-6EBF-284ABBE3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71CD66-B5C0-4723-BAEA-CF6A30BE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EA644B-53A0-2957-6D60-EE9F2F16EEF9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1F4019-A5FB-8518-35EB-0309CF303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537" y="2569274"/>
            <a:ext cx="4763165" cy="362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7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7C51-9932-044E-623F-94B68A04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231D57-EA4F-B7A2-C3B0-4FED381D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9B5F86F-FA04-AAE0-056D-601821ED46A2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286BEF1-761E-4A43-4391-E00A58EBC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3" y="813916"/>
            <a:ext cx="10266336" cy="51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31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6331-E551-F472-3A27-375681C7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82F47-EDF0-3EEB-19F6-F686C92E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44A798-6B10-FE84-5761-A92E9C412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D98E85-BA73-C008-5537-6DE1DAA23E1A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ACF5FF-C333-67AA-E611-5275E19BF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628" y="2487360"/>
            <a:ext cx="4706007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281A-EFDA-4BFA-109E-680B68E7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F2D80A-BED4-F6DD-325F-D98A9B3F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D4CF85F-44B1-3836-EEE9-F4B2AF7F676B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56540B-DE7F-39E6-59DA-48D4E791A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34" y="786283"/>
            <a:ext cx="10570866" cy="528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03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89848-F8F3-D70A-2626-7A93BC35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2AE7D-4A4A-C86D-6E65-120491C5C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270144-39C6-15D8-35FB-9FFDCC90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962606-39D1-E477-8819-F8413256C73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6AA589-7376-71A6-E9F8-12FA264A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119" y="2487360"/>
            <a:ext cx="4725059" cy="361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867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C201-EB9E-CD36-627D-A191301DC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A25D70-1608-9D98-91AE-AB14CBAE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383BF95-76CC-073F-D137-DE4C2E6F28E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EE83D1F-988A-A916-AD02-01B5630EF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16" y="874207"/>
            <a:ext cx="10033519" cy="50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6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94898-973E-C0B2-DB97-BFDF25B1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D2170-8E03-4C00-958E-19CB58BEC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5541B-A53B-8740-547D-2E34F7E9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EA4599D-756F-9224-2713-F4A2649B0B6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9275CE-77F9-BCAF-DC5C-D2579AE46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903" y="2121943"/>
            <a:ext cx="4439492" cy="473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8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367B-5A1A-FBEF-A745-FF43C019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3094D3-220F-873A-1FC6-1C95324E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964555A-840E-DDDD-5533-DE72E590937A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E676415-EF32-1CC7-EEF2-D17057710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862" y="595312"/>
            <a:ext cx="9058275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406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9C34-5E71-4A10-4D72-CA6FB5E06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99AC5-BEF9-8A52-E086-7065AC92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F0E315-B185-75E5-CF98-BACF2A6C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B87BE77-72D4-03EE-6CB4-92222D829D5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384C76-9A9D-F614-4D9B-0DC4E28FB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196469"/>
            <a:ext cx="4715533" cy="452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04984-2F2D-29D6-0C0D-0E3E3C36F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FEB025-12A6-1133-68BE-08EA3F90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3B24F41-1A81-8A63-B4E0-A9794627B78E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2F89DB-B0D7-486E-1000-D0309A29EF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252412"/>
            <a:ext cx="912495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10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2C6E-6B42-0DEF-0145-0EC83CE0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4B2C7-FC85-6B4F-8B43-88103C52B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8627F1-0CA6-7367-56E7-14BBA75D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12B9F3-C11C-29AC-5B8D-E49D441A1BAE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Alejandro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4336D72-D463-C9A7-646C-060235F61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882" y="2614064"/>
            <a:ext cx="471553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8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A9839-7236-E610-5887-C37EC393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AD1DA4-2A73-4000-2DE2-92B37F5AA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1930653-9896-1793-2578-CF74A41511A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DEB108D-EEF3-188E-7B54-E2B5DC806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900" y="1023937"/>
            <a:ext cx="922020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2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A5D73-ED91-EDF0-3EB4-D20FF9D6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6FF6D-FEA8-5CE5-E58A-69BB039F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371FD7-42EE-2493-0A84-EE11DB38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48E2771-54D5-2A82-88FA-BE866BBF40D1}"/>
              </a:ext>
            </a:extLst>
          </p:cNvPr>
          <p:cNvSpPr txBox="1"/>
          <p:nvPr/>
        </p:nvSpPr>
        <p:spPr>
          <a:xfrm>
            <a:off x="566586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256F13-C67B-0300-2552-5756FA96B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07" y="2017949"/>
            <a:ext cx="4286534" cy="48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19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00E6-5BFB-D3C1-0A2B-DE60417FF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7F93B-4584-FBBD-FD46-C003A962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2814FC-9360-2152-0C9D-DBA66E0FA18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F7CFD1-C7C0-E483-0617-28473B909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886" y="0"/>
            <a:ext cx="5286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67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FF06-C4A3-BE88-CFFE-BC12F514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1731F-3255-743D-F65D-98D44F345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B35F19-BF5C-4FB0-1628-AFF8899E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C270E96-087A-28E2-420A-CE7B9E1C8BDD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80CE56-60AB-932F-1362-8607FB2DD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635" y="2153953"/>
            <a:ext cx="5509550" cy="449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40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B189E-A6E0-F2C3-6062-22D7388F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795CC8-4880-3A68-3A79-9609F9FF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5A363ED-EBF3-CAFA-4F24-AAAFFE34F99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344118-DA5E-45C0-E6BE-62BA981FC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334" y="0"/>
            <a:ext cx="8007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473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5BC4A-5A49-8538-286B-1873715D9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896F2-92E6-1DBF-01C4-23E7CA6C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7497E4-1997-90F1-F0C8-F751E57D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A2CA7BC-6D13-1EC1-B6CD-6D4D7F807D55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95FFC4-6BBA-00D4-E47C-D3CF8217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520" y="1970067"/>
            <a:ext cx="4184959" cy="47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247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81B45-AB4E-963C-8450-844D63BBF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DB252D-ED08-B2EF-794B-E65B9CDC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8B3C9F-879F-DB16-ECC2-3AD642189EE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07597E-31FB-12D3-0A76-6D9D7A19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245" y="0"/>
            <a:ext cx="59955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765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5A73B-4535-9C68-9474-ADDAF8B5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D7320-7E91-42A1-C654-18CF88C6F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0B441DF-E435-EE86-D41F-F6081433A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0EC2B2C-570A-16E0-2504-F774BB4287F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903E090-35AC-BCDC-CF03-FA28F35AE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497" y="2575959"/>
            <a:ext cx="4706007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7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857E3-653A-CD66-0209-721F8DA3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F9B677-24B1-7AF4-3EC0-716C64E01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6266613-7CEE-0D23-13C8-89A96EEA4D9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2C869F-91EA-31E9-7420-0BE2D417F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588" y="0"/>
            <a:ext cx="7122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182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E72-F48A-97A7-690D-D5149534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87C2C-BCB2-B0D0-692B-CEC880AE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2FE841-4DBF-C2B9-CEB7-F0ACDB97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DFD244-2E66-BD43-D83F-87CAA236194B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6F86BB-1C94-D033-5741-65A67A625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013995"/>
            <a:ext cx="4444774" cy="484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534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572F-8DFC-27C6-044B-C83D3332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2ADDAD-9C50-AD1A-4726-13465CC7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F890A98-50B9-EC23-66A8-F6E17A6DB8FB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A623A1-91FD-C621-13B4-AD45BFD7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667" y="0"/>
            <a:ext cx="9648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850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D6673-2EED-550A-7EA3-29B02F7B8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BACDB-57E3-E732-5ADA-DFFF4A94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F76B37-C224-691A-3838-FDACD2D8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68D3A0D-D9C5-C29B-2376-3AB624EF386A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8C216C-CDEE-BFC8-3D51-D912C0F6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647" y="2241617"/>
            <a:ext cx="4706007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9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BF1F-BFFA-A8FC-4CC8-A7AD21C6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E42728-59D3-A307-3942-F6CBEFE3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14FDC3-D39D-5595-4AEF-FBE2696D02E1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3DD8BA0-4B02-D6E3-5465-EBF467F6E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308" y="0"/>
            <a:ext cx="71993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2562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7410A-3A4C-E462-7B5C-EC96A3CC0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190F4E-3743-0411-E380-5A6C322E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259C97-6AC0-972D-AF67-8B4E04C2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6CA9FC-9BA7-D482-01C7-F3F1C573F971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5B8D0B-B58E-F25D-C549-DF76B14D8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908" y="1980733"/>
            <a:ext cx="4442184" cy="47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287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3F72-0CAB-D451-1797-F064D0B8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D6A2EA-C63F-DDCB-62FF-81F080BA3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A2F4D35-6768-75F3-883E-4C18FCE1D8C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3021384-BF18-897D-F3C8-AEA480BEB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011" y="0"/>
            <a:ext cx="81299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2504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5436-30E1-053D-0C11-4C1F91B9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8F3BC-EB47-8410-1B74-16A1D887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Diagrames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8ED0BF-B0F5-A84E-AECE-0F3E8E7A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B358418-E0E6-797D-FF67-2127FF15377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Martí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513B8F-4839-5F95-A505-FDF64BC2F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760" y="2261590"/>
            <a:ext cx="4696480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613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506DB-2C05-6ED6-B717-5423333C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26127A-ACFD-B7F0-54B7-B8DF0D88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181127-6227-250E-11C4-A078D35DE3CE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63A1C2-59D5-79D1-4397-67AB9F42B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366" y="0"/>
            <a:ext cx="52132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134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2CD2B-82A1-508A-ED64-A0604D09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BE624-F3E8-1FF4-A94A-67E22C0A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520614-45D2-90DF-87E2-E2925F35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C09706B-0133-99BB-A93E-76687B409FD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2E2254-3CF1-FE41-4157-4060CD2E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566" y="2231357"/>
            <a:ext cx="5836165" cy="413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081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8D305-D0BE-4D99-5055-5BD35E1E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E0AF05-D37C-BED6-33A2-EDA5AC98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ED2FD7-AAA0-7C48-ACBB-A65CF3E90BD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7EC1A2-6DFD-EEC0-3DFF-976331ADA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301" y="632498"/>
            <a:ext cx="9063613" cy="553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907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6A25E-8328-5DEA-E7AE-2DAE9BBA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AB447-9B26-D91A-1BEF-D567E2E5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D10124B-D8B6-F4D5-C3B1-0BBC67B1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3B5B7F7-13A2-AD90-EA1D-5775FB77EA2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17CDEF-D4F0-2336-0B2D-34EFA271D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301258"/>
            <a:ext cx="4744112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893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90716-74F5-97BA-BB9C-7C43FB980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84746F-E44B-9FD0-16F4-6CEEE860B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F9A07F-3407-8489-D730-D8F5A6CBD5C7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E46ABF-C1D5-30A1-0D54-210B4216E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764"/>
            <a:ext cx="12192000" cy="567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4135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BFE10-00C6-2ECD-8A3A-BE36B2C6B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D5FDC-025E-7B16-D18C-C5273034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DE384D-6248-15D9-FE47-394847C5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9CCD0F7-6B65-6347-E419-0D52F4EFA1DE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877E044-2FE2-0FD6-320B-D84D6FD4A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56" y="2328274"/>
            <a:ext cx="4734586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960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171A4-2614-2299-BA0C-C6AD2AABE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5A92182-232E-7E4A-341C-6601CF72B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7EAE42-A553-52A1-CACC-38AB880034B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D5106E-461D-308C-992C-39B32BBF2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82" y="0"/>
            <a:ext cx="10933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722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68F8B-547B-E075-9AB5-E166D22F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3C9A4-76D6-085D-B92B-418119BF0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F43637-8571-916B-0436-1843ADBAB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F9A107D-5BFA-1522-3DDE-48CE40B1F40E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13038B-0F94-9B7E-6541-4034E158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541" y="2115982"/>
            <a:ext cx="5652216" cy="47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67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A7669-5D7B-A624-1F95-16DFBE1F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C1E3A4-02F5-BAF3-CC7A-DFED3EFD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06D487D-02DC-A51D-6785-13E0065C6B9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43398D3-1C03-A939-33B4-82A4871D4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193" y="282409"/>
            <a:ext cx="9063613" cy="629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934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42897-ECF8-ECFF-9A3B-1793AF6EE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36BCA-2D81-B4F8-955E-088F415DA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914CAE-FAF8-66E4-CB98-88401896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EA7BF5F-B8D1-FD4C-92C0-8793A509D6C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64B624E-5FAE-F124-B663-CED775CDB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730" y="2076086"/>
            <a:ext cx="5875837" cy="464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925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42FE-DC1D-7FB3-8C3B-C76CEF8E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D3C5BD-C8B3-D8A4-8443-7C70CC3F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38FF61-84BA-779A-40D8-C29F9A6254B9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DCD6415-F994-E991-DDC4-CDE8F9E7F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124"/>
            <a:ext cx="12192000" cy="669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39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5DCC2-87DF-A6A5-3759-06C70DA7D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FE915-3E50-C5FF-0E78-E2CE9E44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A84B26-1C98-C65F-4E62-0F1A9E07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FCC68EF-0782-E91B-7299-EE96B288723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E43BD1-DE23-B46D-6778-B46470507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865" y="2660393"/>
            <a:ext cx="4715533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354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297D-4D41-9ECA-69A0-4163899E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D5C6A00-0F6D-DF74-C2AC-F1138B40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59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B6A70D6-F100-EB5F-191E-8EA17D737683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5BF758-5794-0F12-DBA8-4DB401736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025" y="314325"/>
            <a:ext cx="950595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91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601B-B9C8-8D31-B899-7B99C6581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004A3-C87B-B1C5-31C8-85F5D5BD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CBDD5D-EBFE-8859-329E-465F6F78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AB56B7-A1D2-81E5-D188-2B3D91C5AE87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38006C-EDFF-2CC0-EDFA-1CEC3E82F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85" y="2088677"/>
            <a:ext cx="4175447" cy="463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8191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3C772-79FF-BE2A-AEB8-237DECF8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D531B8-94F4-3D7E-0A32-509BFD0D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08DA136-8CDF-F234-4EE9-B199679C4755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2E99CD-62AC-E0FB-89C4-A34A99D57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752" y="0"/>
            <a:ext cx="89604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425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9AC0-0E1F-9ECE-D94C-301146FD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79DF3-6343-49EC-6FE2-1D22F15D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EED1F-F4EA-7630-B977-4BF88825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C5EC17-5FC8-A1C9-3172-7D4349645748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Hug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D7CA9E-EEAD-C629-6420-3FC553633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480" y="2168357"/>
            <a:ext cx="5165040" cy="455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9055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4D9B-E240-32BF-EB77-F11B148E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A29C0B-D5DF-1EF6-4E7A-F3C40863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3F0B09A-A542-9F84-662F-F3796B4719F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108F5C-F54B-A8AC-E88B-07F42CD4C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2" y="304800"/>
            <a:ext cx="9934575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697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2214-28AD-53CC-C129-77090941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F6B09-6469-4C1D-2F19-0B86AED0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80ACCD-DB47-CB81-820C-83FD3105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AEB47AA-9C34-2490-3479-8D12197A6464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7E8D3AC-B2F0-31A3-3BDA-FC19777F5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996" y="2104362"/>
            <a:ext cx="4706007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588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9573-EFED-57BE-F89C-AE830049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148110-E30E-3D01-8DD3-C818C66A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DB182DC-B39B-F545-AD64-72840270D726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C4D667D-6529-BBCB-C2CA-6E7C0847B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987" y="395287"/>
            <a:ext cx="9344025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494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B2E17-791B-9C93-B7D9-46F4439A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BE9E7-D09F-27E3-721D-90D31399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65462A-F4CA-BDDF-5CA8-BFDC36D6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7B319D-16F1-6685-AE73-8298E2F32077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57CEFE5-51C3-F6EE-74D4-56511FCB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148" y="2008155"/>
            <a:ext cx="4207705" cy="484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268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CCF0-3304-B202-3BDE-65A05A0C1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BD482D-DB08-6118-D4B5-A51A2EAD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726846D-7829-9063-BDD1-04CA2DACE228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26B1A8C-2479-2DB9-9DD8-73D905AB0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223837"/>
            <a:ext cx="11029950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125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160F-D158-5DC9-0F5D-560F9184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964DB-5A90-BEEC-4CA2-5181B940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1BBE72-D159-6268-FF37-F17E260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68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0BDBCD-4F2E-D9D9-E748-466D5A980596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6301A94-89A8-23A7-7967-1E63DFD3B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356" y="2148837"/>
            <a:ext cx="4734586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872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653F-27BB-D47E-9728-92A6A69E3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7964F3-1F4C-EB58-646A-EC18EFF6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69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73EB9B1-4806-417C-97D3-F28C17038AC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D98387-8AA4-15E6-E936-871AB93C2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38100"/>
            <a:ext cx="1186815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7827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84A6-78D0-ED60-88B0-B6224168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CD3C9-7F71-7FBD-321B-A16CDC5F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617FEE-3784-8494-C3AB-FD9A7905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C2792F2-C56E-30DB-6280-AED2F0E103D1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4B66B2-79B4-FD8D-1C0A-E52590D29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431" y="1994822"/>
            <a:ext cx="4130370" cy="486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082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9D45-4B5F-27A1-4F08-489825F5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0B38F3-A8CA-B8DC-2B7D-780CC8F7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71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3415740-F6E1-6EBB-C5D5-D69360E7ABAA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E27BD8-8BD6-AC9C-E951-76C9C3523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00" y="0"/>
            <a:ext cx="10080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0724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338B5-B9AD-935D-6A65-B9E7F274D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E0BC9-8ACD-84F1-45CA-2559FE90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22F1DB-605F-EB33-9728-62820CDB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72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346842-227A-C853-830D-65CDB4734740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F498E8-5952-1AD4-E9D2-AE7D94F9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385" y="2072640"/>
            <a:ext cx="4296345" cy="47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246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E3AF3-6A15-8717-C4B1-A956B591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F5E553-D943-433A-BC33-728AA5102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1A5A20-1BAF-67D2-D56E-F9672D70431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9749D88-7983-AF89-9570-60669988DF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218"/>
            <a:ext cx="12192000" cy="583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021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2C1A4-C051-D310-F6C5-C2307EDD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5A83C-4876-383E-ACED-D3B8852D5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9FB742-A7AE-853F-C06A-D0915B91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0BFB799-6081-9C0B-E665-33A1131F2643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1C7423A-8AC5-93F8-3F4D-95793367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332689"/>
            <a:ext cx="4706007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468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24D0-7BBA-FABD-5CBA-1AD3D9080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AE126D-1447-0D60-7980-11B426DF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75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F7AA830-F69E-547C-0D05-F26067E5119D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523671-5DCA-AB98-A629-674D01429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383" y="725993"/>
            <a:ext cx="9299234" cy="54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614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C502-3E3F-1478-9F4E-A0447B61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12FB-7C9B-7CC8-1D44-8EE49496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Diagrama de Seqüencia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961B6-9507-206C-1593-D9ED0517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76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FA3479-A4A3-BC52-C2D6-939F13A8D5EA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Marc</a:t>
            </a:r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87E8EB-C7FB-12B8-1655-25AC2567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505" y="2307606"/>
            <a:ext cx="4715533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512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293A-C806-D336-1AC9-35357AC79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A2BC6E-E1AE-394E-0730-9A7CD302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77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0BA75B5-A266-01A3-574C-CE8D41393DEF}"/>
              </a:ext>
            </a:extLst>
          </p:cNvPr>
          <p:cNvSpPr txBox="1"/>
          <p:nvPr/>
        </p:nvSpPr>
        <p:spPr>
          <a:xfrm>
            <a:off x="428603" y="2198728"/>
            <a:ext cx="11266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5A0F68-D9A0-0547-9527-AB1CDB7D0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2965"/>
            <a:ext cx="12192000" cy="417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5532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04: Diagrama de Classes, Diagrames de Seqüencia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8909</TotalTime>
  <Words>354</Words>
  <Application>Microsoft Office PowerPoint</Application>
  <PresentationFormat>Panorámica</PresentationFormat>
  <Paragraphs>188</Paragraphs>
  <Slides>78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78</vt:i4>
      </vt:variant>
    </vt:vector>
  </HeadingPairs>
  <TitlesOfParts>
    <vt:vector size="83" baseType="lpstr">
      <vt:lpstr>Arial</vt:lpstr>
      <vt:lpstr>Calibri</vt:lpstr>
      <vt:lpstr>Neue Haas Grotesk Text Pro</vt:lpstr>
      <vt:lpstr>Verdana</vt:lpstr>
      <vt:lpstr>AccentBoxVTI</vt:lpstr>
      <vt:lpstr>Enginyeria del Software</vt:lpstr>
      <vt:lpstr>Composició de l’equip </vt:lpstr>
      <vt:lpstr>Tasques fetes al sprint</vt:lpstr>
      <vt:lpstr>Trello + Assignació Punts</vt:lpstr>
      <vt:lpstr>Diagrama Classes final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Burn-down chart</vt:lpstr>
      <vt:lpstr>Links:</vt:lpstr>
      <vt:lpstr>Presentación de PowerPoint</vt:lpstr>
      <vt:lpstr>Diagrama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Diagrames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Diagrama de Seqüencia</vt:lpstr>
      <vt:lpstr>Presentación de PowerPoint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Martí Pagès Sánchez</cp:lastModifiedBy>
  <cp:revision>45</cp:revision>
  <dcterms:created xsi:type="dcterms:W3CDTF">2023-02-10T08:32:17Z</dcterms:created>
  <dcterms:modified xsi:type="dcterms:W3CDTF">2026-06-07T16:13:41Z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