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55"/>
  </p:notesMasterIdLst>
  <p:sldIdLst>
    <p:sldId id="412" r:id="rId5"/>
    <p:sldId id="400" r:id="rId6"/>
    <p:sldId id="408" r:id="rId7"/>
    <p:sldId id="441" r:id="rId8"/>
    <p:sldId id="409" r:id="rId9"/>
    <p:sldId id="415" r:id="rId10"/>
    <p:sldId id="410" r:id="rId11"/>
    <p:sldId id="414" r:id="rId12"/>
    <p:sldId id="416" r:id="rId13"/>
    <p:sldId id="417" r:id="rId14"/>
    <p:sldId id="418" r:id="rId15"/>
    <p:sldId id="419" r:id="rId16"/>
    <p:sldId id="420" r:id="rId17"/>
    <p:sldId id="421" r:id="rId18"/>
    <p:sldId id="411" r:id="rId19"/>
    <p:sldId id="264" r:id="rId20"/>
    <p:sldId id="428" r:id="rId21"/>
    <p:sldId id="422" r:id="rId22"/>
    <p:sldId id="423" r:id="rId23"/>
    <p:sldId id="429" r:id="rId24"/>
    <p:sldId id="430" r:id="rId25"/>
    <p:sldId id="424" r:id="rId26"/>
    <p:sldId id="425" r:id="rId27"/>
    <p:sldId id="426" r:id="rId28"/>
    <p:sldId id="427" r:id="rId29"/>
    <p:sldId id="439" r:id="rId30"/>
    <p:sldId id="440" r:id="rId31"/>
    <p:sldId id="433" r:id="rId32"/>
    <p:sldId id="434" r:id="rId33"/>
    <p:sldId id="435" r:id="rId34"/>
    <p:sldId id="436" r:id="rId35"/>
    <p:sldId id="437" r:id="rId36"/>
    <p:sldId id="438" r:id="rId37"/>
    <p:sldId id="442" r:id="rId38"/>
    <p:sldId id="443" r:id="rId39"/>
    <p:sldId id="444" r:id="rId40"/>
    <p:sldId id="445" r:id="rId41"/>
    <p:sldId id="446" r:id="rId42"/>
    <p:sldId id="447" r:id="rId43"/>
    <p:sldId id="448" r:id="rId44"/>
    <p:sldId id="449" r:id="rId45"/>
    <p:sldId id="450" r:id="rId46"/>
    <p:sldId id="451" r:id="rId47"/>
    <p:sldId id="452" r:id="rId48"/>
    <p:sldId id="453" r:id="rId49"/>
    <p:sldId id="454" r:id="rId50"/>
    <p:sldId id="455" r:id="rId51"/>
    <p:sldId id="456" r:id="rId52"/>
    <p:sldId id="457" r:id="rId53"/>
    <p:sldId id="399" r:id="rId5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9D9D9"/>
    <a:srgbClr val="FEF8BE"/>
    <a:srgbClr val="B8CCE4"/>
    <a:srgbClr val="769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13" autoAdjust="0"/>
    <p:restoredTop sz="94660"/>
  </p:normalViewPr>
  <p:slideViewPr>
    <p:cSldViewPr snapToGrid="0">
      <p:cViewPr>
        <p:scale>
          <a:sx n="66" d="100"/>
          <a:sy n="66" d="100"/>
        </p:scale>
        <p:origin x="1358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ECDAD-75E1-4BC4-AB86-9BA5DFF857B3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AA5E4-F832-4E78-BDC0-6CAA09567E0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48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2" name="Google Shape;18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ca-ES"/>
              <a:t>16</a:t>
            </a:fld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31DCF8F9-FE1E-467E-9B82-0FEB758F2FA6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95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6219CF75-0ECC-4E76-B636-3ABF46261502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78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4E8BD-E6E8-42B0-9E1C-58D2F9C64A0C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3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D7AFBA47-0BC8-4C75-9B10-88B9F496CCB1}" type="datetime1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2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84512E72-AC33-43BA-BEE9-4FD4948C58D8}" type="datetime1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17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76718-59A8-49B1-AEC5-3662572A144D}" type="datetime1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4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EC767-5C82-4733-81D6-0B6B22CAF0EE}" type="datetime1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4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E4D41E06-6C86-4754-846D-56519DFF1F50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0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A39B2-B176-40DF-B22F-280C511548AF}" type="datetime1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2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E393-D011-4B55-A9B6-0BBC79EF96B0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5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0C2F-F497-4247-8BB2-5746400D850B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AA1BC-C245-4537-A704-02F8919D151B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8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tipages/ES23UAB431-02" TargetMode="Externa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hyperlink" Target="https://trello.com/invite/scrum437/ATTIc166beb62bacfa5bbf853a2924096fefE73BEFBC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5CF02-92BA-5A94-2DEC-47F61A7CF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481272-C222-8968-044D-3BAF0970A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2A8D1-3358-F5F1-4AF0-5F9969CD73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3CA4E186-A056-DACA-6812-E5F007704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318A6B-6752-F618-4EF4-1D267178C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EE755042-3AA6-3825-AEC6-571898FD7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429D88-9361-BCC7-DCE3-D5D1408F4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F60D0DC-CA51-7547-B234-C04A874F0855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 dirty="0"/>
              <a:t>Pràctiques: Grup 431-02</a:t>
            </a:r>
          </a:p>
          <a:p>
            <a:pPr>
              <a:lnSpc>
                <a:spcPct val="100000"/>
              </a:lnSpc>
            </a:pPr>
            <a:endParaRPr lang="ca-ES" sz="1400" dirty="0"/>
          </a:p>
          <a:p>
            <a:pPr>
              <a:lnSpc>
                <a:spcPct val="100000"/>
              </a:lnSpc>
            </a:pPr>
            <a:r>
              <a:rPr lang="ca-ES" sz="1400" dirty="0" err="1"/>
              <a:t>Sprint</a:t>
            </a:r>
            <a:r>
              <a:rPr lang="ca-ES" sz="1400" dirty="0"/>
              <a:t> 04: Diagrama de Classes, Diagrames de Seqüencia</a:t>
            </a:r>
          </a:p>
        </p:txBody>
      </p:sp>
    </p:spTree>
    <p:extLst>
      <p:ext uri="{BB962C8B-B14F-4D97-AF65-F5344CB8AC3E}">
        <p14:creationId xmlns:p14="http://schemas.microsoft.com/office/powerpoint/2010/main" val="75173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F9086-B6B4-D19E-C791-6006CEAD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Composició de l’equip</a:t>
            </a:r>
            <a:r>
              <a:rPr lang="en-GB" dirty="0"/>
              <a:t>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DBCED9-7F51-70EF-594E-F7D7A979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</a:t>
            </a:fld>
            <a:endParaRPr lang="en-US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C85EC192-4828-2EB8-AD74-DA6E450EF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601" y="421247"/>
            <a:ext cx="3637284" cy="6015506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448ECF71-59C1-6F60-AB29-ED7C2A5F222C}"/>
              </a:ext>
            </a:extLst>
          </p:cNvPr>
          <p:cNvSpPr/>
          <p:nvPr/>
        </p:nvSpPr>
        <p:spPr>
          <a:xfrm>
            <a:off x="1152529" y="2605422"/>
            <a:ext cx="7109639" cy="34163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perspectiveHeroicExtremeRightFacing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pPr algn="ctr"/>
            <a:r>
              <a:rPr lang="es-ES" sz="5400" b="1" cap="none" spc="0" dirty="0" err="1">
                <a:ln w="6600">
                  <a:solidFill>
                    <a:srgbClr val="FF0000"/>
                  </a:solidFill>
                  <a:prstDash val="solid"/>
                </a:ln>
                <a:solidFill>
                  <a:srgbClr val="002060"/>
                </a:solidFill>
                <a:effectLst>
                  <a:outerShdw dist="38100" dir="2700000" algn="tl" rotWithShape="0">
                    <a:schemeClr val="accent2"/>
                  </a:outerShdw>
                  <a:reflection blurRad="6350" stA="60000" endA="900" endPos="58000" dir="5400000" sy="-100000" algn="bl" rotWithShape="0"/>
                </a:effectLst>
              </a:rPr>
              <a:t>Això</a:t>
            </a:r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002060"/>
                </a:solidFill>
                <a:effectLst>
                  <a:outerShdw dist="38100" dir="2700000" algn="tl" rotWithShape="0">
                    <a:schemeClr val="accent2"/>
                  </a:outerShdw>
                  <a:reflection blurRad="6350" stA="60000" endA="900" endPos="58000" dir="5400000" sy="-100000" algn="bl" rotWithShape="0"/>
                </a:effectLst>
              </a:rPr>
              <a:t> queda </a:t>
            </a:r>
            <a:r>
              <a:rPr lang="es-ES" sz="5400" b="1" cap="none" spc="0" dirty="0" err="1">
                <a:ln w="6600">
                  <a:solidFill>
                    <a:srgbClr val="FF0000"/>
                  </a:solidFill>
                  <a:prstDash val="solid"/>
                </a:ln>
                <a:solidFill>
                  <a:srgbClr val="002060"/>
                </a:solidFill>
                <a:effectLst>
                  <a:outerShdw dist="38100" dir="2700000" algn="tl" rotWithShape="0">
                    <a:schemeClr val="accent2"/>
                  </a:outerShdw>
                  <a:reflection blurRad="6350" stA="60000" endA="900" endPos="58000" dir="5400000" sy="-100000" algn="bl" rotWithShape="0"/>
                </a:effectLst>
              </a:rPr>
              <a:t>molt</a:t>
            </a:r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002060"/>
                </a:solidFill>
                <a:effectLst>
                  <a:outerShdw dist="38100" dir="2700000" algn="tl" rotWithShape="0">
                    <a:schemeClr val="accent2"/>
                  </a:outerShdw>
                  <a:reflection blurRad="6350" stA="60000" endA="900" endPos="58000" dir="5400000" sy="-100000" algn="bl" rotWithShape="0"/>
                </a:effectLst>
              </a:rPr>
              <a:t> </a:t>
            </a:r>
            <a:r>
              <a:rPr lang="es-ES" sz="5400" b="1" cap="none" spc="0" dirty="0" err="1">
                <a:ln w="6600">
                  <a:solidFill>
                    <a:srgbClr val="FF0000"/>
                  </a:solidFill>
                  <a:prstDash val="solid"/>
                </a:ln>
                <a:solidFill>
                  <a:srgbClr val="002060"/>
                </a:solidFill>
                <a:effectLst>
                  <a:outerShdw dist="38100" dir="2700000" algn="tl" rotWithShape="0">
                    <a:schemeClr val="accent2"/>
                  </a:outerShdw>
                  <a:reflection blurRad="6350" stA="60000" endA="900" endPos="58000" dir="5400000" sy="-100000" algn="bl" rotWithShape="0"/>
                </a:effectLst>
              </a:rPr>
              <a:t>buit</a:t>
            </a:r>
            <a:endParaRPr lang="es-ES" sz="5400" b="1" dirty="0">
              <a:ln w="6600">
                <a:solidFill>
                  <a:srgbClr val="FF0000"/>
                </a:solidFill>
                <a:prstDash val="solid"/>
              </a:ln>
              <a:solidFill>
                <a:srgbClr val="002060"/>
              </a:solidFill>
              <a:effectLst>
                <a:outerShdw dist="38100" dir="2700000" algn="tl" rotWithShape="0">
                  <a:schemeClr val="accent2"/>
                </a:outerShdw>
                <a:reflection blurRad="6350" stA="60000" endA="900" endPos="58000" dir="5400000" sy="-100000" algn="bl" rotWithShape="0"/>
              </a:effectLst>
            </a:endParaRPr>
          </a:p>
          <a:p>
            <a:pPr algn="ctr"/>
            <a:r>
              <a:rPr lang="es-ES" sz="5400" b="1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002060"/>
                </a:solidFill>
                <a:effectLst>
                  <a:outerShdw dist="38100" dir="2700000" algn="tl" rotWithShape="0">
                    <a:schemeClr val="accent2"/>
                  </a:outerShdw>
                  <a:reflection blurRad="6350" stA="60000" endA="900" endPos="58000" dir="5400000" sy="-100000" algn="bl" rotWithShape="0"/>
                </a:effectLst>
              </a:rPr>
              <a:t>s</a:t>
            </a:r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002060"/>
                </a:solidFill>
                <a:effectLst>
                  <a:outerShdw dist="38100" dir="2700000" algn="tl" rotWithShape="0">
                    <a:schemeClr val="accent2"/>
                  </a:outerShdw>
                  <a:reflection blurRad="6350" stA="60000" endA="900" endPos="58000" dir="5400000" sy="-100000" algn="bl" rotWithShape="0"/>
                </a:effectLst>
              </a:rPr>
              <a:t>i no hi poso res,</a:t>
            </a:r>
            <a:b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002060"/>
                </a:solidFill>
                <a:effectLst>
                  <a:outerShdw dist="38100" dir="2700000" algn="tl" rotWithShape="0">
                    <a:schemeClr val="accent2"/>
                  </a:outerShdw>
                  <a:reflection blurRad="6350" stA="60000" endA="900" endPos="58000" dir="5400000" sy="-100000" algn="bl" rotWithShape="0"/>
                </a:effectLst>
              </a:rPr>
            </a:br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002060"/>
                </a:solidFill>
                <a:effectLst>
                  <a:outerShdw dist="38100" dir="2700000" algn="tl" rotWithShape="0">
                    <a:schemeClr val="accent2"/>
                  </a:outerShdw>
                  <a:reflection blurRad="6350" stA="60000" endA="900" endPos="58000" dir="5400000" sy="-100000" algn="bl" rotWithShape="0"/>
                </a:effectLst>
              </a:rPr>
              <a:t>so, </a:t>
            </a:r>
            <a:r>
              <a:rPr lang="es-ES" sz="5400" b="1" cap="none" spc="0" dirty="0" err="1">
                <a:ln w="6600">
                  <a:solidFill>
                    <a:srgbClr val="FF0000"/>
                  </a:solidFill>
                  <a:prstDash val="solid"/>
                </a:ln>
                <a:solidFill>
                  <a:srgbClr val="002060"/>
                </a:solidFill>
                <a:effectLst>
                  <a:outerShdw dist="38100" dir="2700000" algn="tl" rotWithShape="0">
                    <a:schemeClr val="accent2"/>
                  </a:outerShdw>
                  <a:reflection blurRad="6350" stA="60000" endA="900" endPos="58000" dir="5400000" sy="-100000" algn="bl" rotWithShape="0"/>
                </a:effectLst>
              </a:rPr>
              <a:t>gaudiu</a:t>
            </a:r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002060"/>
                </a:solidFill>
                <a:effectLst>
                  <a:outerShdw dist="38100" dir="2700000" algn="tl" rotWithShape="0">
                    <a:schemeClr val="accent2"/>
                  </a:outerShdw>
                  <a:reflection blurRad="6350" stA="60000" endA="900" endPos="58000" dir="5400000" sy="-100000" algn="bl" rotWithShape="0"/>
                </a:effectLst>
              </a:rPr>
              <a:t> del </a:t>
            </a:r>
          </a:p>
          <a:p>
            <a:pPr algn="ctr"/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002060"/>
                </a:solidFill>
                <a:effectLst>
                  <a:outerShdw dist="38100" dir="2700000" algn="tl" rotWithShape="0">
                    <a:schemeClr val="accent2"/>
                  </a:outerShdw>
                  <a:reflection blurRad="6350" stA="60000" endA="900" endPos="58000" dir="5400000" sy="-100000" algn="bl" rotWithShape="0"/>
                </a:effectLst>
              </a:rPr>
              <a:t>WordArt </a:t>
            </a:r>
            <a:r>
              <a:rPr lang="es-ES" sz="5400" b="1" cap="none" spc="0" dirty="0">
                <a:ln w="6600">
                  <a:solidFill>
                    <a:srgbClr val="FF0000"/>
                  </a:solidFill>
                  <a:prstDash val="solid"/>
                </a:ln>
                <a:solidFill>
                  <a:srgbClr val="002060"/>
                </a:solidFill>
                <a:effectLst>
                  <a:outerShdw dist="38100" dir="2700000" algn="tl" rotWithShape="0">
                    <a:schemeClr val="accent2"/>
                  </a:outerShdw>
                  <a:reflection blurRad="6350" stA="60000" endA="900" endPos="58000" dir="5400000" sy="-100000" algn="bl" rotWithShape="0"/>
                </a:effectLst>
                <a:sym typeface="Wingdings" panose="05000000000000000000" pitchFamily="2" charset="2"/>
              </a:rPr>
              <a:t></a:t>
            </a:r>
            <a:endParaRPr lang="es-ES" sz="5400" b="1" cap="none" spc="0" dirty="0">
              <a:ln w="6600">
                <a:solidFill>
                  <a:srgbClr val="FF0000"/>
                </a:solidFill>
                <a:prstDash val="solid"/>
              </a:ln>
              <a:solidFill>
                <a:srgbClr val="002060"/>
              </a:solidFill>
              <a:effectLst>
                <a:outerShdw dist="38100" dir="2700000" algn="tl" rotWithShape="0">
                  <a:schemeClr val="accent2"/>
                </a:outerShdw>
                <a:reflection blurRad="6350" stA="60000" endA="900" endPos="58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39967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FB19B-BC83-28E3-C34F-E477B71C3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D4BA1-5AB7-B8D9-63F4-F71B31D5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Tasques fetes al sprint</a:t>
            </a:r>
            <a:endParaRPr lang="en-GB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9DCC4B-20F9-8EAA-9C5D-D85FD1DD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11B6032-4841-F854-5C18-5045CAAA98B7}"/>
              </a:ext>
            </a:extLst>
          </p:cNvPr>
          <p:cNvSpPr txBox="1"/>
          <p:nvPr/>
        </p:nvSpPr>
        <p:spPr>
          <a:xfrm>
            <a:off x="6174815" y="2240424"/>
            <a:ext cx="4720339" cy="1849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ca-ES" b="1" u="sng" dirty="0"/>
              <a:t>ALEJANDRO IBARRA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8 diagrames de seqüència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Arreglar especificacions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Repassar GitHub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D25865A-8840-E118-15C3-34CB99A1BBF3}"/>
              </a:ext>
            </a:extLst>
          </p:cNvPr>
          <p:cNvSpPr txBox="1"/>
          <p:nvPr/>
        </p:nvSpPr>
        <p:spPr>
          <a:xfrm>
            <a:off x="1192052" y="2055758"/>
            <a:ext cx="4825135" cy="2219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ca-ES" b="1" u="sng" dirty="0"/>
              <a:t>MARC SALA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Classes Gestor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7 diagrames de seqüència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Arreglar especificacions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Repassar GitHub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EAAB46B-90AB-6FCD-98DE-71475EE780A8}"/>
              </a:ext>
            </a:extLst>
          </p:cNvPr>
          <p:cNvSpPr txBox="1"/>
          <p:nvPr/>
        </p:nvSpPr>
        <p:spPr>
          <a:xfrm>
            <a:off x="1115568" y="4278998"/>
            <a:ext cx="4720339" cy="2259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ca-ES" b="1" u="sng" dirty="0"/>
              <a:t>HUG CAPAFONS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Classes Interfície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8 diagrames de seqüència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Arreglar especificacions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Repassar GitHub</a:t>
            </a:r>
            <a:endParaRPr lang="ca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E31C7FC-D773-C613-09ED-47977D466D61}"/>
              </a:ext>
            </a:extLst>
          </p:cNvPr>
          <p:cNvSpPr txBox="1"/>
          <p:nvPr/>
        </p:nvSpPr>
        <p:spPr>
          <a:xfrm>
            <a:off x="6122416" y="3994340"/>
            <a:ext cx="4825135" cy="2588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ca-ES" b="1" u="sng" dirty="0"/>
              <a:t>MARTÍ PAGÈS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8 diagrames de seqüència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Arreglar especificacions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PowerPoint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 err="1"/>
              <a:t>Burn-down</a:t>
            </a:r>
            <a:r>
              <a:rPr lang="ca-ES" sz="1600" dirty="0"/>
              <a:t> Chart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Repassar GitHub</a:t>
            </a:r>
          </a:p>
        </p:txBody>
      </p:sp>
    </p:spTree>
    <p:extLst>
      <p:ext uri="{BB962C8B-B14F-4D97-AF65-F5344CB8AC3E}">
        <p14:creationId xmlns:p14="http://schemas.microsoft.com/office/powerpoint/2010/main" val="3516385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901C75-36D6-05BA-96BE-C74E7EF95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Trello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D9E5F546-72F7-2450-88A1-0B4D1ABE16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6020" y="2133860"/>
            <a:ext cx="9339959" cy="458761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AF04F9-054B-0C4B-A1AB-3495529EA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774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5829A-DA28-0229-A05E-FCE0F2EF1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BF99BE-BBF6-B2B3-02F4-217E7C780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a-ES" dirty="0"/>
              <a:t>Diagrama Classes final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58B65D-2614-915C-82AC-99B679A02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40C8A35-99A9-A349-B51A-B99C29963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274" y="2366293"/>
            <a:ext cx="6391172" cy="435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669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55ACA2-6CB5-C0E9-9C8C-759ED45C1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D8BD9B2-BE1B-7C82-4809-E747EC612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987" y="0"/>
            <a:ext cx="10064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18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7B62-DBD7-BFDA-7B65-5E67A8D3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CAEFC-9C4C-51FD-FCC5-CC819E64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28594-75F6-86C2-9333-4845120C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933A7ED-18E9-D42B-F297-39B59B5C7F84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Alejandro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0B07160-2B22-1324-45FF-A371BF2B2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649" y="2172599"/>
            <a:ext cx="5404847" cy="454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74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3C2C6-B690-4B7D-0A0F-47A9EFFB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6C2568-5805-6D5C-BB27-F900F1375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8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CD2FD1D-4E45-93C6-A56C-9B889611FF02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303FE45-2631-34B6-2D3E-30E3C1692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79" y="510724"/>
            <a:ext cx="10636496" cy="5836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460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95D6C-1B1E-02FD-55BF-6FF820402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B92A5-97B0-0C41-4CAC-DAF2844B8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301723-B125-DEF3-23A1-9824EA4D2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9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EFD50DC-BFF1-16E2-893F-99FA37F6A00B}"/>
              </a:ext>
            </a:extLst>
          </p:cNvPr>
          <p:cNvSpPr txBox="1"/>
          <p:nvPr/>
        </p:nvSpPr>
        <p:spPr>
          <a:xfrm>
            <a:off x="566586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Martí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405E415-E3D6-6DBA-AD67-4A1EFE4D8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307" y="2017949"/>
            <a:ext cx="4286534" cy="48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520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043F8-7DE2-D785-FCB5-DB09DB2BB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BCC85C6-6094-2D27-3952-972E541B3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10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A8EEE4B-2FE6-336A-DEF9-09348EA0147D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62CC17B-2F42-9AFF-AB3E-E570657E4B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787" y="45868"/>
            <a:ext cx="4653095" cy="681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027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9C2C9-59BF-E402-7CEC-B262D0FD4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6C3DE-3909-070F-ADCB-30A3D9CE2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A6D640-AB5F-2DF2-2166-894F471B8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11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D5CB52F-122F-CEE7-CE15-E9C06D31BE48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Hug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A75D11E-C5E3-4219-0F0F-1198645C0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730" y="2076086"/>
            <a:ext cx="5875837" cy="464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324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CD522-FAD4-EBC7-638B-19A651805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02D271-07B4-14E5-055B-A99D7FCAA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12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ADB711C-0415-567C-9C04-8CA433D4E939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8D5FEC5-5BF0-5425-FEE4-1794E77AF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825" y="609600"/>
            <a:ext cx="965835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151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A6FD9-2785-3696-550C-FB5BDA4BA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580E25-DDA2-F6F1-A103-A5A12D714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7792F6-17D1-2951-CF19-C22D0E1E8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13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6F3DE9B-D75D-D2B1-81AC-E734BE572D73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Marc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8F36104-3B90-6B17-7AC7-D6E68AD04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385" y="2072640"/>
            <a:ext cx="4296345" cy="478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547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99B7B-0036-857E-8BF0-01E6B848A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325085-339B-27C7-F6BB-CB9A45281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21E6883-1652-5FF1-1B91-2A181A7389C5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5C3B4EF-CFBF-5D7C-2398-D9AD51A6E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9218"/>
            <a:ext cx="12192000" cy="583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801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38EA2-7393-3EEA-342C-2A0E49400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4DF30-96E6-D413-77EB-9C52FFF97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Burn-down</a:t>
            </a:r>
            <a:r>
              <a:rPr lang="ca-ES" dirty="0"/>
              <a:t> </a:t>
            </a:r>
            <a:r>
              <a:rPr lang="ca-ES" dirty="0" err="1"/>
              <a:t>chart</a:t>
            </a:r>
            <a:endParaRPr lang="ca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24E472-EEEA-047A-652F-39B76DAD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BC79676-64B1-19F8-087E-66BBE54FE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048" y="2051090"/>
            <a:ext cx="4049903" cy="467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59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ca-ES" dirty="0"/>
              <a:t>Links:</a:t>
            </a:r>
          </a:p>
        </p:txBody>
      </p:sp>
      <p:sp>
        <p:nvSpPr>
          <p:cNvPr id="185" name="Google Shape;185;p13"/>
          <p:cNvSpPr txBox="1"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ca-ES" dirty="0">
                <a:hlinkClick r:id="rId3"/>
              </a:rPr>
              <a:t>https://github.com/martipages/ES23UAB431-02</a:t>
            </a:r>
            <a:endParaRPr lang="ca-ES" dirty="0"/>
          </a:p>
          <a:p>
            <a:pPr lvl="0"/>
            <a:endParaRPr lang="ca-ES" dirty="0"/>
          </a:p>
          <a:p>
            <a:pPr lvl="0"/>
            <a:r>
              <a:rPr lang="ca-ES" dirty="0">
                <a:hlinkClick r:id="rId4"/>
              </a:rPr>
              <a:t>https://trello.com/invite/scrum437/ATTIc166beb62bacfa5bbf853a2924096fefE73BEFBC</a:t>
            </a:r>
            <a:endParaRPr lang="ca-ES" dirty="0"/>
          </a:p>
        </p:txBody>
      </p:sp>
      <p:sp>
        <p:nvSpPr>
          <p:cNvPr id="186" name="Google Shape;186;p13"/>
          <p:cNvSpPr txBox="1"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fld id="{00000000-1234-1234-1234-123412341234}" type="slidenum">
              <a:rPr lang="ca-ES"/>
              <a:pPr lvl="0"/>
              <a:t>16</a:t>
            </a:fld>
            <a:endParaRPr lang="ca-ES" dirty="0"/>
          </a:p>
        </p:txBody>
      </p:sp>
      <p:pic>
        <p:nvPicPr>
          <p:cNvPr id="187" name="Google Shape;187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10897" y="3779125"/>
            <a:ext cx="1272800" cy="1381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66150" y="2429911"/>
            <a:ext cx="1998175" cy="199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83275" y="4699011"/>
            <a:ext cx="1763921" cy="1763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99CEA8-444C-847F-579D-F678B85A7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17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2386938-9FF1-CE80-6FB8-EF7C9E208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808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74972-5A42-9661-940F-402E863D0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C1371F-CB93-101A-6EBF-284ABBE34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71CD66-B5C0-4723-BAEA-CF6A30BEC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18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2EA644B-53A0-2957-6D60-EE9F2F16EEF9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Alejandro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11F4019-A5FB-8518-35EB-0309CF303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537" y="2569274"/>
            <a:ext cx="4763165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617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97C51-9932-044E-623F-94B68A048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231D57-EA4F-B7A2-C3B0-4FED381D3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19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9B5F86F-FA04-AAE0-056D-601821ED46A2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6F19801-8FB9-7CA4-AE65-E19E9DED0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160" y="667727"/>
            <a:ext cx="9022080" cy="546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631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DF183-7590-D963-A430-EB48624B6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650B7-B6C5-984A-68D7-4A740C696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387A02-507D-AA44-2E6D-915B7E9A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20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F34277E-4762-0413-369B-3E10B795E87F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Alejandro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7DAC065-6003-55A8-53BA-0D54110E9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649" y="2172599"/>
            <a:ext cx="5404847" cy="454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7547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6B1D1-A828-6436-C667-B709A1DDD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C4E723-05D9-FC6A-149A-AF1E6CC19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21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0A014C3-1F52-19C1-CF5D-9794F74E052F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6C6F415-57B6-F87A-E870-9A1261336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79" y="510724"/>
            <a:ext cx="10636496" cy="5836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776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89848-F8F3-D70A-2626-7A93BC359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E2AE7D-4A4A-C86D-6E65-120491C5C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270144-39C6-15D8-35FB-9FFDCC90D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22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5962606-39D1-E477-8819-F8413256C73D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Alejandro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26AA589-7376-71A6-E9F8-12FA264A9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119" y="2487360"/>
            <a:ext cx="4725059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867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1C201-EB9E-CD36-627D-A191301DC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A25D70-1608-9D98-91AE-AB14CBAE8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23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383BF95-76CC-073F-D137-DE4C2E6F28E6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26DA133-E009-8501-9D15-CB1D90439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036" y="711201"/>
            <a:ext cx="9695899" cy="537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760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C6331-E551-F472-3A27-375681C71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682F47-EDF0-3EEB-19F6-F686C92E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44A798-6B10-FE84-5761-A92E9C41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CD98E85-BA73-C008-5537-6DE1DAA23E1A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Alejandro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FACF5FF-C333-67AA-E611-5275E19BF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628" y="2487360"/>
            <a:ext cx="4706007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40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1281A-EFDA-4BFA-109E-680B68E70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F2D80A-BED4-F6DD-325F-D98A9B3F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25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D4CF85F-44B1-3836-EEE9-F4B2AF7F676B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6E7BB87-A3E2-FFE2-B35E-F38F4660E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46" y="934720"/>
            <a:ext cx="10315654" cy="519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603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A5D73-ED91-EDF0-3EB4-D20FF9D61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6FF6D-FEA8-5CE5-E58A-69BB039F7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371FD7-42EE-2493-0A84-EE11DB382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26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48E2771-54D5-2A82-88FA-BE866BBF40D1}"/>
              </a:ext>
            </a:extLst>
          </p:cNvPr>
          <p:cNvSpPr txBox="1"/>
          <p:nvPr/>
        </p:nvSpPr>
        <p:spPr>
          <a:xfrm>
            <a:off x="566586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Martí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B256F13-C67B-0300-2552-5756FA96B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307" y="2017949"/>
            <a:ext cx="4286534" cy="48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1199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F00E6-5BFB-D3C1-0A2B-DE60417F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7F93B-4584-FBBD-FD46-C003A962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27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B2814FC-9360-2152-0C9D-DBA66E0FA181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DDEF55C-D470-2B88-9567-E3DB55D8F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787" y="45868"/>
            <a:ext cx="4653095" cy="681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678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8FF06-C4A3-BE88-CFFE-BC12F514F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1731F-3255-743D-F65D-98D44F345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1B35F19-BF5C-4FB0-1628-AFF8899E4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28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C270E96-087A-28E2-420A-CE7B9E1C8BDD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Martí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980CE56-60AB-932F-1362-8607FB2DD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635" y="2153953"/>
            <a:ext cx="5509550" cy="449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406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B189E-A6E0-F2C3-6062-22D7388F3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795CC8-4880-3A68-3A79-9609F9FF5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29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5A363ED-EBF3-CAFA-4F24-AAAFFE34F997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6CCFE53-FE07-2439-EF06-3D848E6B4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42875"/>
            <a:ext cx="7924800" cy="65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0473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5BC4A-5A49-8538-286B-1873715D9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896F2-92E6-1DBF-01C4-23E7CA6C0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7497E4-1997-90F1-F0C8-F751E57D1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30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A2CA7BC-6D13-1EC1-B6CD-6D4D7F807D55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Martí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795FFC4-6BBA-00D4-E47C-D3CF8217D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520" y="1970067"/>
            <a:ext cx="4184959" cy="475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9247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81B45-AB4E-963C-8450-844D63BBF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DB252D-ED08-B2EF-794B-E65B9CDC2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31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18B3C9F-879F-DB16-ECC2-3AD642189EE1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B149545-0285-FE17-9D2F-81F77D30F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034" y="0"/>
            <a:ext cx="63799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7656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5A73B-4535-9C68-9474-ADDAF8B55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0D7320-7E91-42A1-C654-18CF88C6F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B441DF-E435-EE86-D41F-F6081433A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32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0EC2B2C-570A-16E0-2504-F774BB4287FF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Martí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903E090-35AC-BCDC-CF03-FA28F35AE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497" y="2575959"/>
            <a:ext cx="4706007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372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857E3-653A-CD66-0209-721F8DA3B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F9B677-24B1-7AF4-3EC0-716C64E01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33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6266613-7CEE-0D23-13C8-89A96EEA4D96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4180A13-91A9-B640-37EC-CD1A150BA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700" y="9525"/>
            <a:ext cx="7086600" cy="68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6182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99B39-C833-A1FC-DCE2-02F08C3C4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BA9786-86DD-CA56-6580-6DAA14993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2E2EE2-8956-D7BC-F5B6-EB1982A9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19441CF-6038-5F9B-4345-103EC4FFDA08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Hug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D509F69-C7C3-AC97-31E9-8F9E0D9B0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730" y="2076086"/>
            <a:ext cx="5875837" cy="464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6754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5D31B-27A3-839C-E2D1-839660916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B41976-6D73-0719-EB6A-26A14E795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35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50EE277-8EEA-7D23-165E-FB0D4A21240B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EAA46C7-352C-E537-899E-AFA6E9B234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825" y="609600"/>
            <a:ext cx="965835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5290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68F8B-547B-E075-9AB5-E166D22FF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3C9A4-76D6-085D-B92B-418119BF0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F43637-8571-916B-0436-1843ADBAB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36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F9A107D-5BFA-1522-3DDE-48CE40B1F40E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Hug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713038B-0F94-9B7E-6541-4034E1586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541" y="2115982"/>
            <a:ext cx="5652216" cy="474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5167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A7669-5D7B-A624-1F95-16DFBE1F3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C1E3A4-02F5-BAF3-CC7A-DFED3EFD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37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06D487D-02DC-A51D-6785-13E0065C6B9D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C5B2F26-E734-47C0-8C72-0332118515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14" y="706056"/>
            <a:ext cx="9948234" cy="554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3934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2CD2B-82A1-508A-ED64-A0604D09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CBE624-F3E8-1FF4-A94A-67E22C0A6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520614-45D2-90DF-87E2-E2925F35D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38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C09706B-0133-99BB-A93E-76687B409FD6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Hug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F2E2254-3CF1-FE41-4157-4060CD2E1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566" y="2231357"/>
            <a:ext cx="5836165" cy="413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081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8D305-D0BE-4D99-5055-5BD35E1EB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E0AF05-D37C-BED6-33A2-EDA5AC98D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39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CED2FD7-AAA0-7C48-ACBB-A65CF3E90BD6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EA483B-952C-D3AC-0FA6-98365FB248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848" y="782883"/>
            <a:ext cx="9082304" cy="529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9907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89AC0-0E1F-9ECE-D94C-301146FD4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979DF3-6343-49EC-6FE2-1D22F15D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AEED1F-F4EA-7630-B977-4BF88825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40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4C5EC17-5FC8-A1C9-3172-7D4349645748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Hug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6D7CA9E-EEAD-C629-6420-3FC553633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480" y="2168357"/>
            <a:ext cx="5165040" cy="455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9055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44D9B-E240-32BF-EB77-F11B148E2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A29C0B-D5DF-1EF6-4E7A-F3C40863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41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3F0B09A-A542-9F84-662F-F3796B4719FD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A9F0EC2-2383-8092-3D3E-29CCD666F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0" y="590550"/>
            <a:ext cx="9715500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9697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338B5-B9AD-935D-6A65-B9E7F274D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E0BC9-8ACD-84F1-45CA-2559FE908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22F1DB-605F-EB33-9728-62820CD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42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2346842-227A-C853-830D-65CDB4734740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Marc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5F498E8-5952-1AD4-E9D2-AE7D94F9C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385" y="2072640"/>
            <a:ext cx="4296345" cy="478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5246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E3AF3-6A15-8717-C4B1-A956B5916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F5E553-D943-433A-BC33-728AA5102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43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51A5A20-1BAF-67D2-D56E-F9672D70431F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7DF827-8822-0FCC-DB78-ED376871B9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9218"/>
            <a:ext cx="12192000" cy="583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021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2214-28AD-53CC-C129-770909414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F6B09-6469-4C1D-2F19-0B86AED03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80ACCD-DB47-CB81-820C-83FD31056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AEB47AA-9C34-2490-3479-8D12197A6464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Marc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1D462EB-009B-EBA0-8B3E-73E1425C0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505" y="2047204"/>
            <a:ext cx="4734586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3588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89573-EFED-57BE-F89C-AE8300493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148110-E30E-3D01-8DD3-C818C66A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45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DB182DC-B39B-F545-AD64-72840270D726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E05B79A-190C-1C57-AE80-09CC4BFDE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175" y="61912"/>
            <a:ext cx="9391650" cy="67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0494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B2E17-791B-9C93-B7D9-46F4439A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BE9E7-D09F-27E3-721D-90D31399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65462A-F4CA-BDDF-5CA8-BFDC36D67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46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07B319D-16F1-6685-AE73-8298E2F32077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Marc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29D3F6C-EE29-1D40-84EB-779F19296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505" y="2060294"/>
            <a:ext cx="4753638" cy="479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2268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CCF0-3304-B202-3BDE-65A05A0C1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BD482D-DB08-6118-D4B5-A51A2EADA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47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726846D-7829-9063-BDD1-04CA2DACE228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5A294AC-8548-BC00-F382-4228EA122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" y="366712"/>
            <a:ext cx="11010900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2125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4160F-D158-5DC9-0F5D-560F91841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2964DB-5A90-BEEC-4CA2-5181B9405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1BBE72-D159-6268-FF37-F17E260CA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48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D0BDBCD-4F2E-D9D9-E748-466D5A980596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Marc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6301A94-89A8-23A7-7967-1E63DFD3B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356" y="2148837"/>
            <a:ext cx="4734586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9872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2653F-27BB-D47E-9728-92A6A69E3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7964F3-1F4C-EB58-646A-EC18EFF6D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49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73EB9B1-4806-417C-97D3-F28C17038ACD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0F19B44-5901-9223-BA13-C57DD45F5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375" y="438150"/>
            <a:ext cx="8477250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9782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D8F7F-EDDF-0F27-C5DE-363EDF2D88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F091E7-7144-0D59-2350-891845526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4B6A5C40-8DF0-BEC4-6D4B-21A930E89326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 dirty="0"/>
              <a:t>Pràctiques: Grup 431-02</a:t>
            </a:r>
          </a:p>
          <a:p>
            <a:pPr>
              <a:lnSpc>
                <a:spcPct val="100000"/>
              </a:lnSpc>
            </a:pPr>
            <a:endParaRPr lang="ca-ES" sz="1400" dirty="0"/>
          </a:p>
          <a:p>
            <a:pPr>
              <a:lnSpc>
                <a:spcPct val="100000"/>
              </a:lnSpc>
            </a:pPr>
            <a:r>
              <a:rPr lang="ca-ES" sz="1400" dirty="0" err="1"/>
              <a:t>Sprint</a:t>
            </a:r>
            <a:r>
              <a:rPr lang="ca-ES" sz="1400" dirty="0"/>
              <a:t> 04: Diagrama de Classes, Diagrames de Seqüencia</a:t>
            </a:r>
          </a:p>
        </p:txBody>
      </p:sp>
    </p:spTree>
    <p:extLst>
      <p:ext uri="{BB962C8B-B14F-4D97-AF65-F5344CB8AC3E}">
        <p14:creationId xmlns:p14="http://schemas.microsoft.com/office/powerpoint/2010/main" val="79260365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BD3DC6F0E81D4FA56575A4B7B24AF5" ma:contentTypeVersion="14" ma:contentTypeDescription="Crear nuevo documento." ma:contentTypeScope="" ma:versionID="ded3d347f3a98b31a82ee0cc093f824b">
  <xsd:schema xmlns:xsd="http://www.w3.org/2001/XMLSchema" xmlns:xs="http://www.w3.org/2001/XMLSchema" xmlns:p="http://schemas.microsoft.com/office/2006/metadata/properties" xmlns:ns3="7b814fa0-4f1b-4d56-8a36-064af1e36e66" xmlns:ns4="b1fa7ccf-aa4f-4f27-84db-07667d020acb" targetNamespace="http://schemas.microsoft.com/office/2006/metadata/properties" ma:root="true" ma:fieldsID="fe3adeea5df1e60fd0d7c7fb86895927" ns3:_="" ns4:_="">
    <xsd:import namespace="7b814fa0-4f1b-4d56-8a36-064af1e36e66"/>
    <xsd:import namespace="b1fa7ccf-aa4f-4f27-84db-07667d020ac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814fa0-4f1b-4d56-8a36-064af1e36e6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a7ccf-aa4f-4f27-84db-07667d020a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b814fa0-4f1b-4d56-8a36-064af1e36e66">
      <UserInfo>
        <DisplayName/>
        <AccountId xsi:nil="true"/>
        <AccountType/>
      </UserInfo>
    </SharedWithUsers>
    <_activity xmlns="b1fa7ccf-aa4f-4f27-84db-07667d020ac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7A2FCE-FB77-4A2D-98B9-B8BD51BEE8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814fa0-4f1b-4d56-8a36-064af1e36e66"/>
    <ds:schemaRef ds:uri="b1fa7ccf-aa4f-4f27-84db-07667d020a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BF3923-D9E5-4962-BBB8-690B0ABC4F42}">
  <ds:schemaRefs>
    <ds:schemaRef ds:uri="http://www.w3.org/XML/1998/namespace"/>
    <ds:schemaRef ds:uri="b1fa7ccf-aa4f-4f27-84db-07667d020acb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7b814fa0-4f1b-4d56-8a36-064af1e36e66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4171512-FDE1-4E49-B7EA-58AD2B3337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7895</TotalTime>
  <Words>262</Words>
  <Application>Microsoft Office PowerPoint</Application>
  <PresentationFormat>Panorámica</PresentationFormat>
  <Paragraphs>129</Paragraphs>
  <Slides>50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50</vt:i4>
      </vt:variant>
    </vt:vector>
  </HeadingPairs>
  <TitlesOfParts>
    <vt:vector size="55" baseType="lpstr">
      <vt:lpstr>Arial</vt:lpstr>
      <vt:lpstr>Calibri</vt:lpstr>
      <vt:lpstr>Neue Haas Grotesk Text Pro</vt:lpstr>
      <vt:lpstr>Wingdings</vt:lpstr>
      <vt:lpstr>AccentBoxVTI</vt:lpstr>
      <vt:lpstr>Enginyeria del Software</vt:lpstr>
      <vt:lpstr>Composició de l’equip </vt:lpstr>
      <vt:lpstr>Tasques fetes al sprint</vt:lpstr>
      <vt:lpstr>Trello</vt:lpstr>
      <vt:lpstr>Diagrama Classes final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Burn-down chart</vt:lpstr>
      <vt:lpstr>Links:</vt:lpstr>
      <vt:lpstr>Presentación de PowerPoint</vt:lpstr>
      <vt:lpstr>Diagrames de Seqüencia</vt:lpstr>
      <vt:lpstr>Presentación de PowerPoint</vt:lpstr>
      <vt:lpstr>Diagrama de Seqüencia</vt:lpstr>
      <vt:lpstr>Presentación de PowerPoint</vt:lpstr>
      <vt:lpstr>Diagrames de Seqüencia</vt:lpstr>
      <vt:lpstr>Presentación de PowerPoint</vt:lpstr>
      <vt:lpstr>Diagrames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Diagrames de Seqüencia</vt:lpstr>
      <vt:lpstr>Presentación de PowerPoint</vt:lpstr>
      <vt:lpstr>Diagrames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Enginyeria del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Enginyeria del Software</dc:title>
  <dc:creator>Jorge Bernal del Nozal</dc:creator>
  <cp:lastModifiedBy>Martí Pagès Sánchez</cp:lastModifiedBy>
  <cp:revision>38</cp:revision>
  <dcterms:created xsi:type="dcterms:W3CDTF">2023-02-10T08:32:17Z</dcterms:created>
  <dcterms:modified xsi:type="dcterms:W3CDTF">2026-05-31T19:14:09Z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0x01010063BD3DC6F0E81D4FA56575A4B7B24AF5</vt:lpwstr>
  </property>
  <property fmtid="{D5CDD505-2E9C-101B-9397-08002B2CF9AE}" pid="3" name="Order">
    <vt:r8>1700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</Properties>
</file>