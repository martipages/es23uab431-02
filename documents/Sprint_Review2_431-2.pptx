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N88j1CwhRCZ8YTynP/wmRjIx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ca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cuiner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usuari general + usuari no registrat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client + repartidor (marc)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repassar reqs + juntar UMLs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ppt + burndown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bc58e8bb6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cuiner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usuari general + usuari no registrat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client + repartidor (marc)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repassar reqs + juntar UMLs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ppt + burndown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dbc58e8bb6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bc58e8b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cuiner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usuari general + usuari no registrat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client + repartidor (marc)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repassar reqs + juntar UMLs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ppt + burndown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dbc58e8b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" name="Google Shape;21;p17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7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DABD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8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8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0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0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1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1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1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BC9C9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2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2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4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4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24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24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5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5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5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25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Relationship Id="rId7" Type="http://schemas.openxmlformats.org/officeDocument/2006/relationships/image" Target="../media/image2.gif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martipages/ES23UAB431-02" TargetMode="External"/><Relationship Id="rId4" Type="http://schemas.openxmlformats.org/officeDocument/2006/relationships/hyperlink" Target="https://trello.com/invite/scrum437/ATTIc166beb62bacfa5bbf853a2924096fefE73BEFBC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gif"/><Relationship Id="rId4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2.gif"/><Relationship Id="rId8" Type="http://schemas.openxmlformats.org/officeDocument/2006/relationships/image" Target="../media/image26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431-02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-ES">
                <a:solidFill>
                  <a:schemeClr val="dk1"/>
                </a:solidFill>
              </a:rPr>
              <a:t>Sprint 02: diagrames UML i casos d’ús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Composició de l’equip </a:t>
            </a:r>
            <a:endParaRPr/>
          </a:p>
        </p:txBody>
      </p:sp>
      <p:sp>
        <p:nvSpPr>
          <p:cNvPr id="119" name="Google Shape;119;p2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968575" y="3679400"/>
            <a:ext cx="2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ca-ES" sz="1800" u="none" cap="none" strike="noStrike">
                <a:solidFill>
                  <a:schemeClr val="dk1"/>
                </a:solidFill>
              </a:rPr>
              <a:t>Alejandro Ibarra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ca-ES" sz="1800" u="none" cap="none" strike="noStrike">
                <a:solidFill>
                  <a:schemeClr val="dk1"/>
                </a:solidFill>
              </a:rPr>
              <a:t>Amaro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3582275" y="3708013"/>
            <a:ext cx="135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 Sala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Tarré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266388" y="5994100"/>
            <a:ext cx="162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Martí Pagès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Sánchez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3352025" y="5945575"/>
            <a:ext cx="181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ca-ES" sz="1800" u="none" cap="none" strike="noStrike">
                <a:solidFill>
                  <a:schemeClr val="dk1"/>
                </a:solidFill>
                <a:highlight>
                  <a:srgbClr val="4A86E8"/>
                </a:highlight>
              </a:rPr>
              <a:t>Hug Capafons</a:t>
            </a:r>
            <a:endParaRPr b="1" i="0" sz="1800" u="none" cap="none" strike="noStrike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ca-ES" sz="1800" u="none" cap="none" strike="noStrike">
                <a:solidFill>
                  <a:schemeClr val="dk1"/>
                </a:solidFill>
                <a:highlight>
                  <a:srgbClr val="4A86E8"/>
                </a:highlight>
              </a:rPr>
              <a:t>Cuadra</a:t>
            </a:r>
            <a:endParaRPr b="1" i="0" sz="1800" u="none" cap="none" strike="noStrike">
              <a:solidFill>
                <a:schemeClr val="dk1"/>
              </a:solidFill>
              <a:highlight>
                <a:srgbClr val="4A86E8"/>
              </a:highlight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648" y="2239850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/>
          <p:cNvPicPr preferRelativeResize="0"/>
          <p:nvPr/>
        </p:nvPicPr>
        <p:blipFill rotWithShape="1">
          <a:blip r:embed="rId4">
            <a:alphaModFix/>
          </a:blip>
          <a:srcRect b="0" l="0" r="0" t="12034"/>
          <a:stretch/>
        </p:blipFill>
        <p:spPr>
          <a:xfrm>
            <a:off x="3474325" y="4410850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4950" y="2182600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1662" y="4410847"/>
            <a:ext cx="1354575" cy="157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 title="Team.gif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16975" y="2387299"/>
            <a:ext cx="3606800" cy="360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30441" y="2239849"/>
            <a:ext cx="559175" cy="4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Tasques fetes al sprint</a:t>
            </a:r>
            <a:r>
              <a:rPr lang="ca-ES"/>
              <a:t> (1)</a:t>
            </a:r>
            <a:endParaRPr/>
          </a:p>
        </p:txBody>
      </p:sp>
      <p:sp>
        <p:nvSpPr>
          <p:cNvPr id="135" name="Google Shape;135;p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597925" y="3079250"/>
            <a:ext cx="5687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1: Repassar requeriments (Alejandro + Martí)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2: CU usuari general (Alejandro)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3: CU usuari no registrat (Alejandro)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4: CU repartidor (Marc)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5: CU client (Marc)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6: CU cuiner (Martí)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7: Fer el </a:t>
            </a:r>
            <a:r>
              <a:rPr i="1" lang="ca-ES" sz="1800">
                <a:solidFill>
                  <a:schemeClr val="dk1"/>
                </a:solidFill>
              </a:rPr>
              <a:t>burndown chart</a:t>
            </a:r>
            <a:r>
              <a:rPr lang="ca-ES" sz="1800">
                <a:solidFill>
                  <a:schemeClr val="dk1"/>
                </a:solidFill>
              </a:rPr>
              <a:t> (Hug)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8: Actualitzar el </a:t>
            </a:r>
            <a:r>
              <a:rPr i="1" lang="ca-ES" sz="1800">
                <a:solidFill>
                  <a:schemeClr val="dk1"/>
                </a:solidFill>
              </a:rPr>
              <a:t>power point</a:t>
            </a:r>
            <a:r>
              <a:rPr lang="ca-ES" sz="1800">
                <a:solidFill>
                  <a:schemeClr val="dk1"/>
                </a:solidFill>
              </a:rPr>
              <a:t> (Hug)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9: Agrupar els CU en un sol UML unitari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7" name="Google Shape;137;p3" title="Diar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500" y="3419741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ca-ES"/>
              <a:t>Perfils d’usuari a l’aplicació QUEMENGES</a:t>
            </a:r>
            <a:endParaRPr/>
          </a:p>
        </p:txBody>
      </p:sp>
      <p:sp>
        <p:nvSpPr>
          <p:cNvPr id="143" name="Google Shape;143;p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5697701" y="2225650"/>
            <a:ext cx="5586000" cy="4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És el consumidor. Consulta plats o cuiners, realitza i gestiona comandes. Ha de pagar des de l’aplicació QueMenges.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Cuiner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Ell prepara i ven el producte. Rep una valoració dels clients i gestiona la seva disponibilitat. Cobra segons el preu dels plats que prepara.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Repartidor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S’encarrega de transportar les comandes dels clients, sempre compartint la seva ubicació en temps real. Cobra segons la distància entre el cuiner i el client. Pot ser el propi cuiner.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 no registrat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Únicament pot consultar els diferents menús disponibles en aquell moment.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 general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 contrari que l’usuari no registrat, aquest sí que pot efectuar comandes i afegir o treure rols associats al seu compte.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926" y="3603079"/>
            <a:ext cx="3086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6750" y="4837073"/>
            <a:ext cx="1970450" cy="9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(Usuari no registrat)</a:t>
            </a:r>
            <a:endParaRPr/>
          </a:p>
        </p:txBody>
      </p:sp>
      <p:sp>
        <p:nvSpPr>
          <p:cNvPr id="152" name="Google Shape;152;p6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5257375" y="3684875"/>
            <a:ext cx="6026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RF-1-01: Consultar diferents menús disponibles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RF-1-03: Els usuaris no registrats poden registrar-se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RF-2-02: Escollir dues vistes possibles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RF-2-03: Cercar plats i cuiners amb cercador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 b="4536" l="5560" r="8241" t="3273"/>
          <a:stretch/>
        </p:blipFill>
        <p:spPr>
          <a:xfrm>
            <a:off x="632775" y="2716100"/>
            <a:ext cx="4453325" cy="313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(Usuari registrat)</a:t>
            </a:r>
            <a:endParaRPr/>
          </a:p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334200" y="2021325"/>
            <a:ext cx="1094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ca-ES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El usuari registrat pot fer tot el que fa l’usuari no registrat i pot, segons el perfil utilitzat, fer ús de les funcions dels altres perfils</a:t>
            </a:r>
            <a:endParaRPr b="1" i="0" sz="18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713350" y="3281875"/>
            <a:ext cx="6554400" cy="2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RF-1-06: Els usuaris han de poder omplir el perfil amb la seva informació (adreça, restriccions alimentàries i nom)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RF-1-09: El perfil d’usuari pot ser modificat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RF-1-10: L’usuari pot donar-se de baixa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RF-1-11: L’usuari pot assumir els tres rols (usuari, cuiner, repartidor)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RF-4-2: Cada usuari haurà de tenir un compte bancari vinculat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8150" y="2820213"/>
            <a:ext cx="2590430" cy="338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(Client)</a:t>
            </a:r>
            <a:endParaRPr/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276200" y="2891275"/>
            <a:ext cx="75798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RF-1-03: S'hauran de poder reservar comandes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RNF-2-01 (decisió de disseny): S’hauran de mostrar les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diferents opcions segons la distància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RF-2-06: S’hauran de poder eliminar ingredients opcionals.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RNF-2-02 (rendiment estàtic) : Ha d’haver-hi un màxim de comandes simultàniament actives (3)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RF-2-08/09: S’han de poder consultar i repetir comandes prèvies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RF-3-03: S’ha de poder fer un seguiment de cada comanda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RF-5-01: S’ha de poder valorar cada comanda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RF-6-05/06: Els clients s’han de poder subscriure a un pla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mensual, que aporta diversos beneficis (tarifa plana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enviaments, punts)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4900" y="3057091"/>
            <a:ext cx="3878799" cy="2700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(Repartidor)</a:t>
            </a:r>
            <a:endParaRPr/>
          </a:p>
        </p:txBody>
      </p:sp>
      <p:sp>
        <p:nvSpPr>
          <p:cNvPr id="177" name="Google Shape;177;p9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428601" y="2198725"/>
            <a:ext cx="573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738" y="3129710"/>
            <a:ext cx="4284125" cy="240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6085300" y="3489681"/>
            <a:ext cx="51984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RF-3-01: El repartidor pot decidir portar la comanda ell mateix.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RF-3-05: El repartidor podrà veure quines comandes li queden per repartir.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RF-3-06: El repartidor podrà veure i acceptar ofertes de comandes per a repartir.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(Cuiner) </a:t>
            </a:r>
            <a:endParaRPr/>
          </a:p>
        </p:txBody>
      </p:sp>
      <p:sp>
        <p:nvSpPr>
          <p:cNvPr id="186" name="Google Shape;186;p1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445526" y="3041945"/>
            <a:ext cx="5637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RF-2-04: Han de poder indicar que no estan disponibles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RF-6-01: Els cuiners tindran accés a un menú on es mostraran els plats proposats pels clients.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RNF-6-01  (Restricció de disseny de seguretat): Només els cuiners tindran accés a aquest menú.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RF-6-02: Els cuiners podran acceptar aquestes propostes i comprometre’s a cuinar-les.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RF-6-03: Podran parlar amb els clients per un xat.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6000" y="2761172"/>
            <a:ext cx="4097775" cy="30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6000" y="2783775"/>
            <a:ext cx="4097775" cy="307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5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casos d’ús</a:t>
            </a:r>
            <a:endParaRPr/>
          </a:p>
        </p:txBody>
      </p:sp>
      <p:sp>
        <p:nvSpPr>
          <p:cNvPr id="195" name="Google Shape;195;p11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96" name="Google Shape;196;p11"/>
          <p:cNvSpPr txBox="1"/>
          <p:nvPr/>
        </p:nvSpPr>
        <p:spPr>
          <a:xfrm>
            <a:off x="428603" y="2198728"/>
            <a:ext cx="112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63" y="2492100"/>
            <a:ext cx="6408274" cy="39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c58e8bb6_0_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03" name="Google Shape;203;g3dbc58e8bb6_0_8"/>
          <p:cNvSpPr txBox="1"/>
          <p:nvPr/>
        </p:nvSpPr>
        <p:spPr>
          <a:xfrm>
            <a:off x="428603" y="2198728"/>
            <a:ext cx="112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dbc58e8bb6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47" y="0"/>
            <a:ext cx="1099857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bc58e8bb6_0_8"/>
          <p:cNvSpPr/>
          <p:nvPr/>
        </p:nvSpPr>
        <p:spPr>
          <a:xfrm>
            <a:off x="11184800" y="0"/>
            <a:ext cx="1007100" cy="224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bc58e8bb6_0_0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Burn-down chart</a:t>
            </a:r>
            <a:endParaRPr/>
          </a:p>
        </p:txBody>
      </p:sp>
      <p:sp>
        <p:nvSpPr>
          <p:cNvPr id="211" name="Google Shape;211;g3dbc58e8bb6_0_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2" name="Google Shape;212;g3dbc58e8bb6_0_0"/>
          <p:cNvSpPr txBox="1"/>
          <p:nvPr/>
        </p:nvSpPr>
        <p:spPr>
          <a:xfrm>
            <a:off x="428603" y="2198728"/>
            <a:ext cx="112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dbc58e8bb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275" y="2440528"/>
            <a:ext cx="6075462" cy="398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ca-ES"/>
              <a:t>Links:</a:t>
            </a:r>
            <a:endParaRPr/>
          </a:p>
        </p:txBody>
      </p:sp>
      <p:sp>
        <p:nvSpPr>
          <p:cNvPr id="220" name="Google Shape;220;p13"/>
          <p:cNvSpPr txBox="1"/>
          <p:nvPr>
            <p:ph idx="1" type="body"/>
          </p:nvPr>
        </p:nvSpPr>
        <p:spPr>
          <a:xfrm>
            <a:off x="1115575" y="2478025"/>
            <a:ext cx="53562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>
                <a:solidFill>
                  <a:schemeClr val="hlink"/>
                </a:solidFill>
                <a:hlinkClick r:id="rId3"/>
              </a:rPr>
              <a:t>https://github.com/martipages/ES23UAB431-02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>
                <a:solidFill>
                  <a:schemeClr val="hlink"/>
                </a:solidFill>
                <a:hlinkClick r:id="rId4"/>
              </a:rPr>
              <a:t>https://trello.com/invite/scrum437/ATTIc166beb62bacfa5bbf853a2924096fefE73BEFBC</a:t>
            </a:r>
            <a:endParaRPr/>
          </a:p>
        </p:txBody>
      </p:sp>
      <p:sp>
        <p:nvSpPr>
          <p:cNvPr id="221" name="Google Shape;221;p13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222" name="Google Shape;22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ca-ES"/>
              <a:t>Gràcies per l’atenció!</a:t>
            </a:r>
            <a:endParaRPr/>
          </a:p>
        </p:txBody>
      </p:sp>
      <p:sp>
        <p:nvSpPr>
          <p:cNvPr id="231" name="Google Shape;231;p1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232" name="Google Shape;232;p14" title="heart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575" y="2473309"/>
            <a:ext cx="3707350" cy="370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8925" y="548650"/>
            <a:ext cx="1179600" cy="11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6725" y="308474"/>
            <a:ext cx="1270774" cy="165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2700" y="5117050"/>
            <a:ext cx="1718883" cy="14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4" title="h9w9d1i28baf1.gif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900" y="2061575"/>
            <a:ext cx="3363875" cy="33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4" title="deltarune-tenna.gif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40494" y="3120475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7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5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5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431-02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r>
              <a:rPr lang="ca-ES">
                <a:solidFill>
                  <a:schemeClr val="dk1"/>
                </a:solidFill>
              </a:rPr>
              <a:t>2: diagrames UML i casos d’ús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50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